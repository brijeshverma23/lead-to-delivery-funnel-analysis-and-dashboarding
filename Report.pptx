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4"/>
  </p:notesMasterIdLst>
  <p:sldIdLst>
    <p:sldId id="260" r:id="rId2"/>
    <p:sldId id="261" r:id="rId3"/>
  </p:sldIdLst>
  <p:sldSz cx="9144000" cy="5143500" type="screen16x9"/>
  <p:notesSz cx="6858000" cy="9144000"/>
  <p:embeddedFontLst>
    <p:embeddedFont>
      <p:font typeface="Archivo" panose="020B0604020202020204" charset="0"/>
      <p:regular r:id="rId5"/>
      <p:bold r:id="rId6"/>
      <p:italic r:id="rId7"/>
      <p:boldItalic r:id="rId8"/>
    </p:embeddedFont>
    <p:embeddedFont>
      <p:font typeface="Catamaran" panose="020B0604020202020204" charset="0"/>
      <p:regular r:id="rId9"/>
      <p:bold r:id="rId10"/>
    </p:embeddedFont>
    <p:embeddedFont>
      <p:font typeface="Lato" panose="020F0502020204030203"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68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639B05-7880-41FB-9B44-1EE607DD8E18}">
  <a:tblStyle styleId="{8D639B05-7880-41FB-9B44-1EE607DD8E1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2" d="100"/>
          <a:sy n="72" d="100"/>
        </p:scale>
        <p:origin x="662" y="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presProps" Target="presProps.xml"/><Relationship Id="rId10" Type="http://schemas.openxmlformats.org/officeDocument/2006/relationships/font" Target="fonts/font6.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1"/>
        <p:cNvGrpSpPr/>
        <p:nvPr/>
      </p:nvGrpSpPr>
      <p:grpSpPr>
        <a:xfrm>
          <a:off x="0" y="0"/>
          <a:ext cx="0" cy="0"/>
          <a:chOff x="0" y="0"/>
          <a:chExt cx="0" cy="0"/>
        </a:xfrm>
      </p:grpSpPr>
      <p:sp>
        <p:nvSpPr>
          <p:cNvPr id="1432" name="Google Shape;1432;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3" name="Google Shape;1433;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2"/>
        <p:cNvGrpSpPr/>
        <p:nvPr/>
      </p:nvGrpSpPr>
      <p:grpSpPr>
        <a:xfrm>
          <a:off x="0" y="0"/>
          <a:ext cx="0" cy="0"/>
          <a:chOff x="0" y="0"/>
          <a:chExt cx="0" cy="0"/>
        </a:xfrm>
      </p:grpSpPr>
      <p:sp>
        <p:nvSpPr>
          <p:cNvPr id="1443" name="Google Shape;1443;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4" name="Google Shape;1444;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2"/>
        <p:cNvGrpSpPr/>
        <p:nvPr/>
      </p:nvGrpSpPr>
      <p:grpSpPr>
        <a:xfrm>
          <a:off x="0" y="0"/>
          <a:ext cx="0" cy="0"/>
          <a:chOff x="0" y="0"/>
          <a:chExt cx="0" cy="0"/>
        </a:xfrm>
      </p:grpSpPr>
      <p:sp>
        <p:nvSpPr>
          <p:cNvPr id="373" name="Google Shape;373;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4" name="Google Shape;374;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75" name="Google Shape;375;p9"/>
          <p:cNvGrpSpPr/>
          <p:nvPr/>
        </p:nvGrpSpPr>
        <p:grpSpPr>
          <a:xfrm flipH="1">
            <a:off x="61713" y="-340114"/>
            <a:ext cx="9361049" cy="5744521"/>
            <a:chOff x="-278087" y="-340114"/>
            <a:chExt cx="9361049" cy="5744521"/>
          </a:xfrm>
        </p:grpSpPr>
        <p:grpSp>
          <p:nvGrpSpPr>
            <p:cNvPr id="376" name="Google Shape;376;p9"/>
            <p:cNvGrpSpPr/>
            <p:nvPr/>
          </p:nvGrpSpPr>
          <p:grpSpPr>
            <a:xfrm rot="10800000" flipH="1">
              <a:off x="4109226" y="3335677"/>
              <a:ext cx="4973735" cy="2068730"/>
              <a:chOff x="4109226" y="-312689"/>
              <a:chExt cx="4973735" cy="2068730"/>
            </a:xfrm>
          </p:grpSpPr>
          <p:grpSp>
            <p:nvGrpSpPr>
              <p:cNvPr id="377" name="Google Shape;377;p9"/>
              <p:cNvGrpSpPr/>
              <p:nvPr/>
            </p:nvGrpSpPr>
            <p:grpSpPr>
              <a:xfrm>
                <a:off x="4109226" y="-312689"/>
                <a:ext cx="4929199" cy="1831430"/>
                <a:chOff x="4035851" y="-41164"/>
                <a:chExt cx="4929199" cy="1831430"/>
              </a:xfrm>
            </p:grpSpPr>
            <p:grpSp>
              <p:nvGrpSpPr>
                <p:cNvPr id="378" name="Google Shape;378;p9"/>
                <p:cNvGrpSpPr/>
                <p:nvPr/>
              </p:nvGrpSpPr>
              <p:grpSpPr>
                <a:xfrm>
                  <a:off x="7832150" y="-41164"/>
                  <a:ext cx="815700" cy="706500"/>
                  <a:chOff x="8022925" y="186250"/>
                  <a:chExt cx="815700" cy="706500"/>
                </a:xfrm>
              </p:grpSpPr>
              <p:sp>
                <p:nvSpPr>
                  <p:cNvPr id="379" name="Google Shape;379;p9"/>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80" name="Google Shape;380;p9"/>
                  <p:cNvSpPr/>
                  <p:nvPr/>
                </p:nvSpPr>
                <p:spPr>
                  <a:xfrm>
                    <a:off x="8104477" y="256921"/>
                    <a:ext cx="652800" cy="5652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81" name="Google Shape;381;p9"/>
                  <p:cNvSpPr/>
                  <p:nvPr/>
                </p:nvSpPr>
                <p:spPr>
                  <a:xfrm>
                    <a:off x="8240438" y="374705"/>
                    <a:ext cx="380700" cy="329700"/>
                  </a:xfrm>
                  <a:prstGeom prst="hexagon">
                    <a:avLst>
                      <a:gd name="adj" fmla="val 25000"/>
                      <a:gd name="vf" fmla="val 1154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382" name="Google Shape;382;p9"/>
                <p:cNvGrpSpPr/>
                <p:nvPr/>
              </p:nvGrpSpPr>
              <p:grpSpPr>
                <a:xfrm>
                  <a:off x="7116830" y="85652"/>
                  <a:ext cx="522864" cy="452867"/>
                  <a:chOff x="8022925" y="186250"/>
                  <a:chExt cx="815700" cy="706500"/>
                </a:xfrm>
              </p:grpSpPr>
              <p:sp>
                <p:nvSpPr>
                  <p:cNvPr id="383" name="Google Shape;383;p9"/>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84" name="Google Shape;384;p9"/>
                  <p:cNvSpPr/>
                  <p:nvPr/>
                </p:nvSpPr>
                <p:spPr>
                  <a:xfrm>
                    <a:off x="8159419" y="304478"/>
                    <a:ext cx="543000" cy="4701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85" name="Google Shape;385;p9"/>
                  <p:cNvSpPr/>
                  <p:nvPr/>
                </p:nvSpPr>
                <p:spPr>
                  <a:xfrm>
                    <a:off x="8240438" y="374705"/>
                    <a:ext cx="380700" cy="329700"/>
                  </a:xfrm>
                  <a:prstGeom prst="hexagon">
                    <a:avLst>
                      <a:gd name="adj" fmla="val 25000"/>
                      <a:gd name="vf" fmla="val 11547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cxnSp>
              <p:nvCxnSpPr>
                <p:cNvPr id="386" name="Google Shape;386;p9"/>
                <p:cNvCxnSpPr>
                  <a:stCxn id="383" idx="0"/>
                  <a:endCxn id="379" idx="3"/>
                </p:cNvCxnSpPr>
                <p:nvPr/>
              </p:nvCxnSpPr>
              <p:spPr>
                <a:xfrm>
                  <a:off x="7639694" y="312086"/>
                  <a:ext cx="192600" cy="0"/>
                </a:xfrm>
                <a:prstGeom prst="straightConnector1">
                  <a:avLst/>
                </a:prstGeom>
                <a:noFill/>
                <a:ln w="9525" cap="flat" cmpd="sng">
                  <a:solidFill>
                    <a:schemeClr val="dk2"/>
                  </a:solidFill>
                  <a:prstDash val="solid"/>
                  <a:round/>
                  <a:headEnd type="none" w="med" len="med"/>
                  <a:tailEnd type="none" w="med" len="med"/>
                </a:ln>
              </p:spPr>
            </p:cxnSp>
            <p:grpSp>
              <p:nvGrpSpPr>
                <p:cNvPr id="387" name="Google Shape;387;p9"/>
                <p:cNvGrpSpPr/>
                <p:nvPr/>
              </p:nvGrpSpPr>
              <p:grpSpPr>
                <a:xfrm>
                  <a:off x="6041340" y="252293"/>
                  <a:ext cx="549374" cy="475828"/>
                  <a:chOff x="8022925" y="186250"/>
                  <a:chExt cx="815700" cy="706500"/>
                </a:xfrm>
              </p:grpSpPr>
              <p:sp>
                <p:nvSpPr>
                  <p:cNvPr id="388" name="Google Shape;388;p9"/>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89" name="Google Shape;389;p9"/>
                  <p:cNvSpPr/>
                  <p:nvPr/>
                </p:nvSpPr>
                <p:spPr>
                  <a:xfrm>
                    <a:off x="8156075" y="301599"/>
                    <a:ext cx="549600" cy="4758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cxnSp>
              <p:nvCxnSpPr>
                <p:cNvPr id="390" name="Google Shape;390;p9"/>
                <p:cNvCxnSpPr>
                  <a:stCxn id="383" idx="3"/>
                  <a:endCxn id="388" idx="0"/>
                </p:cNvCxnSpPr>
                <p:nvPr/>
              </p:nvCxnSpPr>
              <p:spPr>
                <a:xfrm flipH="1">
                  <a:off x="6590630" y="312086"/>
                  <a:ext cx="526200" cy="178200"/>
                </a:xfrm>
                <a:prstGeom prst="straightConnector1">
                  <a:avLst/>
                </a:prstGeom>
                <a:noFill/>
                <a:ln w="9525" cap="flat" cmpd="sng">
                  <a:solidFill>
                    <a:schemeClr val="dk2"/>
                  </a:solidFill>
                  <a:prstDash val="solid"/>
                  <a:round/>
                  <a:headEnd type="none" w="med" len="med"/>
                  <a:tailEnd type="none" w="med" len="med"/>
                </a:ln>
              </p:spPr>
            </p:cxnSp>
            <p:cxnSp>
              <p:nvCxnSpPr>
                <p:cNvPr id="391" name="Google Shape;391;p9"/>
                <p:cNvCxnSpPr>
                  <a:stCxn id="388" idx="3"/>
                  <a:endCxn id="392" idx="0"/>
                </p:cNvCxnSpPr>
                <p:nvPr/>
              </p:nvCxnSpPr>
              <p:spPr>
                <a:xfrm rot="10800000">
                  <a:off x="4272840" y="490207"/>
                  <a:ext cx="1768500" cy="0"/>
                </a:xfrm>
                <a:prstGeom prst="straightConnector1">
                  <a:avLst/>
                </a:prstGeom>
                <a:noFill/>
                <a:ln w="9525" cap="flat" cmpd="sng">
                  <a:solidFill>
                    <a:schemeClr val="dk2"/>
                  </a:solidFill>
                  <a:prstDash val="solid"/>
                  <a:round/>
                  <a:headEnd type="none" w="med" len="med"/>
                  <a:tailEnd type="none" w="med" len="med"/>
                </a:ln>
              </p:spPr>
            </p:cxnSp>
            <p:sp>
              <p:nvSpPr>
                <p:cNvPr id="392" name="Google Shape;392;p9"/>
                <p:cNvSpPr/>
                <p:nvPr/>
              </p:nvSpPr>
              <p:spPr>
                <a:xfrm>
                  <a:off x="4035851" y="387446"/>
                  <a:ext cx="237000" cy="205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393" name="Google Shape;393;p9"/>
                <p:cNvGrpSpPr/>
                <p:nvPr/>
              </p:nvGrpSpPr>
              <p:grpSpPr>
                <a:xfrm>
                  <a:off x="8471225" y="665336"/>
                  <a:ext cx="436661" cy="1124931"/>
                  <a:chOff x="8471225" y="665336"/>
                  <a:chExt cx="436661" cy="1124931"/>
                </a:xfrm>
              </p:grpSpPr>
              <p:cxnSp>
                <p:nvCxnSpPr>
                  <p:cNvPr id="394" name="Google Shape;394;p9"/>
                  <p:cNvCxnSpPr>
                    <a:stCxn id="379" idx="1"/>
                  </p:cNvCxnSpPr>
                  <p:nvPr/>
                </p:nvCxnSpPr>
                <p:spPr>
                  <a:xfrm>
                    <a:off x="8471225" y="665336"/>
                    <a:ext cx="436500" cy="384000"/>
                  </a:xfrm>
                  <a:prstGeom prst="straightConnector1">
                    <a:avLst/>
                  </a:prstGeom>
                  <a:noFill/>
                  <a:ln w="9525" cap="flat" cmpd="sng">
                    <a:solidFill>
                      <a:schemeClr val="dk2"/>
                    </a:solidFill>
                    <a:prstDash val="solid"/>
                    <a:round/>
                    <a:headEnd type="none" w="med" len="med"/>
                    <a:tailEnd type="none" w="med" len="med"/>
                  </a:ln>
                </p:spPr>
              </p:cxnSp>
              <p:cxnSp>
                <p:nvCxnSpPr>
                  <p:cNvPr id="395" name="Google Shape;395;p9"/>
                  <p:cNvCxnSpPr>
                    <a:endCxn id="396" idx="3"/>
                  </p:cNvCxnSpPr>
                  <p:nvPr/>
                </p:nvCxnSpPr>
                <p:spPr>
                  <a:xfrm flipH="1">
                    <a:off x="8906986" y="1072366"/>
                    <a:ext cx="900" cy="717900"/>
                  </a:xfrm>
                  <a:prstGeom prst="straightConnector1">
                    <a:avLst/>
                  </a:prstGeom>
                  <a:noFill/>
                  <a:ln w="9525" cap="flat" cmpd="sng">
                    <a:solidFill>
                      <a:schemeClr val="dk2"/>
                    </a:solidFill>
                    <a:prstDash val="solid"/>
                    <a:round/>
                    <a:headEnd type="none" w="med" len="med"/>
                    <a:tailEnd type="none" w="med" len="med"/>
                  </a:ln>
                </p:spPr>
              </p:cxnSp>
            </p:grpSp>
            <p:sp>
              <p:nvSpPr>
                <p:cNvPr id="397" name="Google Shape;397;p9"/>
                <p:cNvSpPr/>
                <p:nvPr/>
              </p:nvSpPr>
              <p:spPr>
                <a:xfrm>
                  <a:off x="8850450" y="990550"/>
                  <a:ext cx="114600" cy="114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396" name="Google Shape;396;p9"/>
              <p:cNvSpPr/>
              <p:nvPr/>
            </p:nvSpPr>
            <p:spPr>
              <a:xfrm rot="5400000">
                <a:off x="8861711" y="1534791"/>
                <a:ext cx="237300" cy="2052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398" name="Google Shape;398;p9"/>
            <p:cNvGrpSpPr/>
            <p:nvPr/>
          </p:nvGrpSpPr>
          <p:grpSpPr>
            <a:xfrm rot="10800000" flipH="1">
              <a:off x="-278087" y="-340114"/>
              <a:ext cx="1835863" cy="1646533"/>
              <a:chOff x="8352175" y="-274150"/>
              <a:chExt cx="1835863" cy="1646533"/>
            </a:xfrm>
          </p:grpSpPr>
          <p:grpSp>
            <p:nvGrpSpPr>
              <p:cNvPr id="399" name="Google Shape;399;p9"/>
              <p:cNvGrpSpPr/>
              <p:nvPr/>
            </p:nvGrpSpPr>
            <p:grpSpPr>
              <a:xfrm>
                <a:off x="9314994" y="616216"/>
                <a:ext cx="873044" cy="756167"/>
                <a:chOff x="8022925" y="186250"/>
                <a:chExt cx="815700" cy="706500"/>
              </a:xfrm>
            </p:grpSpPr>
            <p:sp>
              <p:nvSpPr>
                <p:cNvPr id="400" name="Google Shape;400;p9"/>
                <p:cNvSpPr/>
                <p:nvPr/>
              </p:nvSpPr>
              <p:spPr>
                <a:xfrm>
                  <a:off x="8022925" y="186250"/>
                  <a:ext cx="815700" cy="706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1" name="Google Shape;401;p9"/>
                <p:cNvSpPr/>
                <p:nvPr/>
              </p:nvSpPr>
              <p:spPr>
                <a:xfrm>
                  <a:off x="8133718" y="282237"/>
                  <a:ext cx="594300" cy="514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2" name="Google Shape;402;p9"/>
                <p:cNvSpPr/>
                <p:nvPr/>
              </p:nvSpPr>
              <p:spPr>
                <a:xfrm>
                  <a:off x="8240438" y="374705"/>
                  <a:ext cx="380700" cy="3297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403" name="Google Shape;403;p9"/>
              <p:cNvSpPr/>
              <p:nvPr/>
            </p:nvSpPr>
            <p:spPr>
              <a:xfrm>
                <a:off x="8383126" y="-206726"/>
                <a:ext cx="457200" cy="3960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4" name="Google Shape;404;p9"/>
              <p:cNvSpPr/>
              <p:nvPr/>
            </p:nvSpPr>
            <p:spPr>
              <a:xfrm>
                <a:off x="9118688" y="590550"/>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405" name="Google Shape;405;p9"/>
              <p:cNvGrpSpPr/>
              <p:nvPr/>
            </p:nvGrpSpPr>
            <p:grpSpPr>
              <a:xfrm>
                <a:off x="8408775" y="-274150"/>
                <a:ext cx="906219" cy="1300800"/>
                <a:chOff x="6860600" y="1707050"/>
                <a:chExt cx="906219" cy="1300800"/>
              </a:xfrm>
            </p:grpSpPr>
            <p:grpSp>
              <p:nvGrpSpPr>
                <p:cNvPr id="406" name="Google Shape;406;p9"/>
                <p:cNvGrpSpPr/>
                <p:nvPr/>
              </p:nvGrpSpPr>
              <p:grpSpPr>
                <a:xfrm>
                  <a:off x="6860600" y="2285500"/>
                  <a:ext cx="906219" cy="722350"/>
                  <a:chOff x="6860600" y="2285500"/>
                  <a:chExt cx="906219" cy="722350"/>
                </a:xfrm>
              </p:grpSpPr>
              <p:cxnSp>
                <p:nvCxnSpPr>
                  <p:cNvPr id="407" name="Google Shape;407;p9"/>
                  <p:cNvCxnSpPr>
                    <a:stCxn id="400" idx="3"/>
                  </p:cNvCxnSpPr>
                  <p:nvPr/>
                </p:nvCxnSpPr>
                <p:spPr>
                  <a:xfrm rot="10800000">
                    <a:off x="7612919" y="2975499"/>
                    <a:ext cx="153900" cy="0"/>
                  </a:xfrm>
                  <a:prstGeom prst="straightConnector1">
                    <a:avLst/>
                  </a:prstGeom>
                  <a:noFill/>
                  <a:ln w="9525" cap="flat" cmpd="sng">
                    <a:solidFill>
                      <a:schemeClr val="dk2"/>
                    </a:solidFill>
                    <a:prstDash val="solid"/>
                    <a:round/>
                    <a:headEnd type="none" w="med" len="med"/>
                    <a:tailEnd type="none" w="med" len="med"/>
                  </a:ln>
                </p:spPr>
              </p:cxnSp>
              <p:grpSp>
                <p:nvGrpSpPr>
                  <p:cNvPr id="408" name="Google Shape;408;p9"/>
                  <p:cNvGrpSpPr/>
                  <p:nvPr/>
                </p:nvGrpSpPr>
                <p:grpSpPr>
                  <a:xfrm>
                    <a:off x="6860600" y="2285500"/>
                    <a:ext cx="755625" cy="690000"/>
                    <a:chOff x="6860600" y="2285500"/>
                    <a:chExt cx="755625" cy="690000"/>
                  </a:xfrm>
                </p:grpSpPr>
                <p:cxnSp>
                  <p:nvCxnSpPr>
                    <p:cNvPr id="409" name="Google Shape;409;p9"/>
                    <p:cNvCxnSpPr/>
                    <p:nvPr/>
                  </p:nvCxnSpPr>
                  <p:spPr>
                    <a:xfrm rot="10800000">
                      <a:off x="7262825" y="2285500"/>
                      <a:ext cx="353400" cy="690000"/>
                    </a:xfrm>
                    <a:prstGeom prst="straightConnector1">
                      <a:avLst/>
                    </a:prstGeom>
                    <a:noFill/>
                    <a:ln w="9525" cap="flat" cmpd="sng">
                      <a:solidFill>
                        <a:schemeClr val="dk2"/>
                      </a:solidFill>
                      <a:prstDash val="solid"/>
                      <a:round/>
                      <a:headEnd type="none" w="med" len="med"/>
                      <a:tailEnd type="none" w="med" len="med"/>
                    </a:ln>
                  </p:spPr>
                </p:cxnSp>
                <p:cxnSp>
                  <p:nvCxnSpPr>
                    <p:cNvPr id="410" name="Google Shape;410;p9"/>
                    <p:cNvCxnSpPr/>
                    <p:nvPr/>
                  </p:nvCxnSpPr>
                  <p:spPr>
                    <a:xfrm rot="10800000">
                      <a:off x="6860600" y="2289200"/>
                      <a:ext cx="405900" cy="0"/>
                    </a:xfrm>
                    <a:prstGeom prst="straightConnector1">
                      <a:avLst/>
                    </a:prstGeom>
                    <a:noFill/>
                    <a:ln w="9525" cap="flat" cmpd="sng">
                      <a:solidFill>
                        <a:schemeClr val="dk2"/>
                      </a:solidFill>
                      <a:prstDash val="solid"/>
                      <a:round/>
                      <a:headEnd type="none" w="med" len="med"/>
                      <a:tailEnd type="none" w="med" len="med"/>
                    </a:ln>
                  </p:spPr>
                </p:cxnSp>
              </p:grpSp>
              <p:sp>
                <p:nvSpPr>
                  <p:cNvPr id="411" name="Google Shape;411;p9"/>
                  <p:cNvSpPr/>
                  <p:nvPr/>
                </p:nvSpPr>
                <p:spPr>
                  <a:xfrm>
                    <a:off x="7584350" y="2943050"/>
                    <a:ext cx="64800" cy="6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cxnSp>
              <p:nvCxnSpPr>
                <p:cNvPr id="412" name="Google Shape;412;p9"/>
                <p:cNvCxnSpPr/>
                <p:nvPr/>
              </p:nvCxnSpPr>
              <p:spPr>
                <a:xfrm rot="10800000" flipH="1">
                  <a:off x="7261350" y="1744525"/>
                  <a:ext cx="315600" cy="546300"/>
                </a:xfrm>
                <a:prstGeom prst="straightConnector1">
                  <a:avLst/>
                </a:prstGeom>
                <a:noFill/>
                <a:ln w="9525" cap="flat" cmpd="sng">
                  <a:solidFill>
                    <a:schemeClr val="dk2"/>
                  </a:solidFill>
                  <a:prstDash val="solid"/>
                  <a:round/>
                  <a:headEnd type="none" w="med" len="med"/>
                  <a:tailEnd type="none" w="med" len="med"/>
                </a:ln>
              </p:spPr>
            </p:cxnSp>
            <p:sp>
              <p:nvSpPr>
                <p:cNvPr id="413" name="Google Shape;413;p9"/>
                <p:cNvSpPr/>
                <p:nvPr/>
              </p:nvSpPr>
              <p:spPr>
                <a:xfrm>
                  <a:off x="7545125" y="1707050"/>
                  <a:ext cx="73500" cy="732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414" name="Google Shape;414;p9"/>
              <p:cNvSpPr/>
              <p:nvPr/>
            </p:nvSpPr>
            <p:spPr>
              <a:xfrm>
                <a:off x="8352175" y="26867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15" name="Google Shape;415;p9"/>
              <p:cNvSpPr/>
              <p:nvPr/>
            </p:nvSpPr>
            <p:spPr>
              <a:xfrm>
                <a:off x="8504977" y="426753"/>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7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45"/>
        <p:cNvGrpSpPr/>
        <p:nvPr/>
      </p:nvGrpSpPr>
      <p:grpSpPr>
        <a:xfrm>
          <a:off x="0" y="0"/>
          <a:ext cx="0" cy="0"/>
          <a:chOff x="0" y="0"/>
          <a:chExt cx="0" cy="0"/>
        </a:xfrm>
      </p:grpSpPr>
      <p:grpSp>
        <p:nvGrpSpPr>
          <p:cNvPr id="546" name="Google Shape;546;p14"/>
          <p:cNvGrpSpPr/>
          <p:nvPr/>
        </p:nvGrpSpPr>
        <p:grpSpPr>
          <a:xfrm>
            <a:off x="73538" y="-321084"/>
            <a:ext cx="9450138" cy="6177334"/>
            <a:chOff x="73538" y="-321084"/>
            <a:chExt cx="9450138" cy="6177334"/>
          </a:xfrm>
        </p:grpSpPr>
        <p:grpSp>
          <p:nvGrpSpPr>
            <p:cNvPr id="547" name="Google Shape;547;p14"/>
            <p:cNvGrpSpPr/>
            <p:nvPr/>
          </p:nvGrpSpPr>
          <p:grpSpPr>
            <a:xfrm rot="10800000" flipH="1">
              <a:off x="73538" y="-283763"/>
              <a:ext cx="1835863" cy="1646533"/>
              <a:chOff x="8352175" y="-274150"/>
              <a:chExt cx="1835863" cy="1646533"/>
            </a:xfrm>
          </p:grpSpPr>
          <p:grpSp>
            <p:nvGrpSpPr>
              <p:cNvPr id="548" name="Google Shape;548;p14"/>
              <p:cNvGrpSpPr/>
              <p:nvPr/>
            </p:nvGrpSpPr>
            <p:grpSpPr>
              <a:xfrm>
                <a:off x="9314994" y="616216"/>
                <a:ext cx="873044" cy="756167"/>
                <a:chOff x="8022925" y="186250"/>
                <a:chExt cx="815700" cy="706500"/>
              </a:xfrm>
            </p:grpSpPr>
            <p:sp>
              <p:nvSpPr>
                <p:cNvPr id="549" name="Google Shape;549;p14"/>
                <p:cNvSpPr/>
                <p:nvPr/>
              </p:nvSpPr>
              <p:spPr>
                <a:xfrm>
                  <a:off x="8022925" y="186250"/>
                  <a:ext cx="815700" cy="706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50" name="Google Shape;550;p14"/>
                <p:cNvSpPr/>
                <p:nvPr/>
              </p:nvSpPr>
              <p:spPr>
                <a:xfrm>
                  <a:off x="8133718" y="282237"/>
                  <a:ext cx="594300" cy="514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51" name="Google Shape;551;p14"/>
                <p:cNvSpPr/>
                <p:nvPr/>
              </p:nvSpPr>
              <p:spPr>
                <a:xfrm>
                  <a:off x="8240438" y="374705"/>
                  <a:ext cx="380700" cy="3297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552" name="Google Shape;552;p14"/>
              <p:cNvSpPr/>
              <p:nvPr/>
            </p:nvSpPr>
            <p:spPr>
              <a:xfrm>
                <a:off x="8383126" y="-206726"/>
                <a:ext cx="457200" cy="3960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53" name="Google Shape;553;p14"/>
              <p:cNvSpPr/>
              <p:nvPr/>
            </p:nvSpPr>
            <p:spPr>
              <a:xfrm>
                <a:off x="9118688" y="590550"/>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554" name="Google Shape;554;p14"/>
              <p:cNvGrpSpPr/>
              <p:nvPr/>
            </p:nvGrpSpPr>
            <p:grpSpPr>
              <a:xfrm>
                <a:off x="8408775" y="-274150"/>
                <a:ext cx="906219" cy="1300800"/>
                <a:chOff x="6860600" y="1707050"/>
                <a:chExt cx="906219" cy="1300800"/>
              </a:xfrm>
            </p:grpSpPr>
            <p:grpSp>
              <p:nvGrpSpPr>
                <p:cNvPr id="555" name="Google Shape;555;p14"/>
                <p:cNvGrpSpPr/>
                <p:nvPr/>
              </p:nvGrpSpPr>
              <p:grpSpPr>
                <a:xfrm>
                  <a:off x="6860600" y="2285500"/>
                  <a:ext cx="906219" cy="722350"/>
                  <a:chOff x="6860600" y="2285500"/>
                  <a:chExt cx="906219" cy="722350"/>
                </a:xfrm>
              </p:grpSpPr>
              <p:cxnSp>
                <p:nvCxnSpPr>
                  <p:cNvPr id="556" name="Google Shape;556;p14"/>
                  <p:cNvCxnSpPr>
                    <a:stCxn id="549" idx="3"/>
                  </p:cNvCxnSpPr>
                  <p:nvPr/>
                </p:nvCxnSpPr>
                <p:spPr>
                  <a:xfrm rot="10800000">
                    <a:off x="7612919" y="2975499"/>
                    <a:ext cx="153900" cy="0"/>
                  </a:xfrm>
                  <a:prstGeom prst="straightConnector1">
                    <a:avLst/>
                  </a:prstGeom>
                  <a:noFill/>
                  <a:ln w="9525" cap="flat" cmpd="sng">
                    <a:solidFill>
                      <a:schemeClr val="dk2"/>
                    </a:solidFill>
                    <a:prstDash val="solid"/>
                    <a:round/>
                    <a:headEnd type="none" w="med" len="med"/>
                    <a:tailEnd type="none" w="med" len="med"/>
                  </a:ln>
                </p:spPr>
              </p:cxnSp>
              <p:grpSp>
                <p:nvGrpSpPr>
                  <p:cNvPr id="557" name="Google Shape;557;p14"/>
                  <p:cNvGrpSpPr/>
                  <p:nvPr/>
                </p:nvGrpSpPr>
                <p:grpSpPr>
                  <a:xfrm>
                    <a:off x="6860600" y="2285500"/>
                    <a:ext cx="755625" cy="690000"/>
                    <a:chOff x="6860600" y="2285500"/>
                    <a:chExt cx="755625" cy="690000"/>
                  </a:xfrm>
                </p:grpSpPr>
                <p:cxnSp>
                  <p:nvCxnSpPr>
                    <p:cNvPr id="558" name="Google Shape;558;p14"/>
                    <p:cNvCxnSpPr/>
                    <p:nvPr/>
                  </p:nvCxnSpPr>
                  <p:spPr>
                    <a:xfrm rot="10800000">
                      <a:off x="7262825" y="2285500"/>
                      <a:ext cx="353400" cy="690000"/>
                    </a:xfrm>
                    <a:prstGeom prst="straightConnector1">
                      <a:avLst/>
                    </a:prstGeom>
                    <a:noFill/>
                    <a:ln w="9525" cap="flat" cmpd="sng">
                      <a:solidFill>
                        <a:schemeClr val="dk2"/>
                      </a:solidFill>
                      <a:prstDash val="solid"/>
                      <a:round/>
                      <a:headEnd type="none" w="med" len="med"/>
                      <a:tailEnd type="none" w="med" len="med"/>
                    </a:ln>
                  </p:spPr>
                </p:cxnSp>
                <p:cxnSp>
                  <p:nvCxnSpPr>
                    <p:cNvPr id="559" name="Google Shape;559;p14"/>
                    <p:cNvCxnSpPr/>
                    <p:nvPr/>
                  </p:nvCxnSpPr>
                  <p:spPr>
                    <a:xfrm rot="10800000">
                      <a:off x="6860600" y="2289200"/>
                      <a:ext cx="405900" cy="0"/>
                    </a:xfrm>
                    <a:prstGeom prst="straightConnector1">
                      <a:avLst/>
                    </a:prstGeom>
                    <a:noFill/>
                    <a:ln w="9525" cap="flat" cmpd="sng">
                      <a:solidFill>
                        <a:schemeClr val="dk2"/>
                      </a:solidFill>
                      <a:prstDash val="solid"/>
                      <a:round/>
                      <a:headEnd type="none" w="med" len="med"/>
                      <a:tailEnd type="none" w="med" len="med"/>
                    </a:ln>
                  </p:spPr>
                </p:cxnSp>
              </p:grpSp>
              <p:sp>
                <p:nvSpPr>
                  <p:cNvPr id="560" name="Google Shape;560;p14"/>
                  <p:cNvSpPr/>
                  <p:nvPr/>
                </p:nvSpPr>
                <p:spPr>
                  <a:xfrm>
                    <a:off x="7584350" y="2943050"/>
                    <a:ext cx="64800" cy="6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cxnSp>
              <p:nvCxnSpPr>
                <p:cNvPr id="561" name="Google Shape;561;p14"/>
                <p:cNvCxnSpPr/>
                <p:nvPr/>
              </p:nvCxnSpPr>
              <p:spPr>
                <a:xfrm rot="10800000" flipH="1">
                  <a:off x="7261350" y="1744525"/>
                  <a:ext cx="315600" cy="546300"/>
                </a:xfrm>
                <a:prstGeom prst="straightConnector1">
                  <a:avLst/>
                </a:prstGeom>
                <a:noFill/>
                <a:ln w="9525" cap="flat" cmpd="sng">
                  <a:solidFill>
                    <a:schemeClr val="dk2"/>
                  </a:solidFill>
                  <a:prstDash val="solid"/>
                  <a:round/>
                  <a:headEnd type="none" w="med" len="med"/>
                  <a:tailEnd type="none" w="med" len="med"/>
                </a:ln>
              </p:spPr>
            </p:cxnSp>
            <p:sp>
              <p:nvSpPr>
                <p:cNvPr id="562" name="Google Shape;562;p14"/>
                <p:cNvSpPr/>
                <p:nvPr/>
              </p:nvSpPr>
              <p:spPr>
                <a:xfrm>
                  <a:off x="7545125" y="1707050"/>
                  <a:ext cx="73500" cy="732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563" name="Google Shape;563;p14"/>
              <p:cNvSpPr/>
              <p:nvPr/>
            </p:nvSpPr>
            <p:spPr>
              <a:xfrm>
                <a:off x="8352175" y="26867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4" name="Google Shape;564;p14"/>
              <p:cNvSpPr/>
              <p:nvPr/>
            </p:nvSpPr>
            <p:spPr>
              <a:xfrm>
                <a:off x="8504977" y="426753"/>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565" name="Google Shape;565;p14"/>
            <p:cNvGrpSpPr/>
            <p:nvPr/>
          </p:nvGrpSpPr>
          <p:grpSpPr>
            <a:xfrm>
              <a:off x="7573915" y="3604191"/>
              <a:ext cx="1949760" cy="2252059"/>
              <a:chOff x="7573915" y="3604191"/>
              <a:chExt cx="1949760" cy="2252059"/>
            </a:xfrm>
          </p:grpSpPr>
          <p:grpSp>
            <p:nvGrpSpPr>
              <p:cNvPr id="566" name="Google Shape;566;p14"/>
              <p:cNvGrpSpPr/>
              <p:nvPr/>
            </p:nvGrpSpPr>
            <p:grpSpPr>
              <a:xfrm>
                <a:off x="7573915" y="3604191"/>
                <a:ext cx="1949760" cy="2252059"/>
                <a:chOff x="1557290" y="1732616"/>
                <a:chExt cx="1949760" cy="2252059"/>
              </a:xfrm>
            </p:grpSpPr>
            <p:grpSp>
              <p:nvGrpSpPr>
                <p:cNvPr id="567" name="Google Shape;567;p14"/>
                <p:cNvGrpSpPr/>
                <p:nvPr/>
              </p:nvGrpSpPr>
              <p:grpSpPr>
                <a:xfrm>
                  <a:off x="2516057" y="1732616"/>
                  <a:ext cx="990993" cy="848609"/>
                  <a:chOff x="2516057" y="1732616"/>
                  <a:chExt cx="990993" cy="848609"/>
                </a:xfrm>
              </p:grpSpPr>
              <p:grpSp>
                <p:nvGrpSpPr>
                  <p:cNvPr id="568" name="Google Shape;568;p14"/>
                  <p:cNvGrpSpPr/>
                  <p:nvPr/>
                </p:nvGrpSpPr>
                <p:grpSpPr>
                  <a:xfrm rot="10800000">
                    <a:off x="2516057" y="2024002"/>
                    <a:ext cx="587793" cy="509104"/>
                    <a:chOff x="7686886" y="186250"/>
                    <a:chExt cx="815700" cy="706500"/>
                  </a:xfrm>
                </p:grpSpPr>
                <p:sp>
                  <p:nvSpPr>
                    <p:cNvPr id="569" name="Google Shape;569;p14"/>
                    <p:cNvSpPr/>
                    <p:nvPr/>
                  </p:nvSpPr>
                  <p:spPr>
                    <a:xfrm>
                      <a:off x="7686886"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70" name="Google Shape;570;p14"/>
                    <p:cNvSpPr/>
                    <p:nvPr/>
                  </p:nvSpPr>
                  <p:spPr>
                    <a:xfrm>
                      <a:off x="7877263" y="351156"/>
                      <a:ext cx="435000" cy="3768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571" name="Google Shape;571;p14"/>
                  <p:cNvSpPr/>
                  <p:nvPr/>
                </p:nvSpPr>
                <p:spPr>
                  <a:xfrm rot="10800000">
                    <a:off x="2592078" y="2478925"/>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72" name="Google Shape;572;p14"/>
                  <p:cNvCxnSpPr>
                    <a:stCxn id="569" idx="3"/>
                  </p:cNvCxnSpPr>
                  <p:nvPr/>
                </p:nvCxnSpPr>
                <p:spPr>
                  <a:xfrm>
                    <a:off x="3103850" y="2278554"/>
                    <a:ext cx="403200" cy="0"/>
                  </a:xfrm>
                  <a:prstGeom prst="straightConnector1">
                    <a:avLst/>
                  </a:prstGeom>
                  <a:noFill/>
                  <a:ln w="9525" cap="flat" cmpd="sng">
                    <a:solidFill>
                      <a:schemeClr val="dk2"/>
                    </a:solidFill>
                    <a:prstDash val="solid"/>
                    <a:round/>
                    <a:headEnd type="none" w="med" len="med"/>
                    <a:tailEnd type="none" w="med" len="med"/>
                  </a:ln>
                </p:spPr>
              </p:cxnSp>
              <p:cxnSp>
                <p:nvCxnSpPr>
                  <p:cNvPr id="573" name="Google Shape;573;p14"/>
                  <p:cNvCxnSpPr>
                    <a:stCxn id="569" idx="2"/>
                    <a:endCxn id="574" idx="6"/>
                  </p:cNvCxnSpPr>
                  <p:nvPr/>
                </p:nvCxnSpPr>
                <p:spPr>
                  <a:xfrm rot="10800000" flipH="1">
                    <a:off x="2976574" y="1820302"/>
                    <a:ext cx="95400" cy="203700"/>
                  </a:xfrm>
                  <a:prstGeom prst="straightConnector1">
                    <a:avLst/>
                  </a:prstGeom>
                  <a:noFill/>
                  <a:ln w="9525" cap="flat" cmpd="sng">
                    <a:solidFill>
                      <a:schemeClr val="dk2"/>
                    </a:solidFill>
                    <a:prstDash val="solid"/>
                    <a:round/>
                    <a:headEnd type="none" w="med" len="med"/>
                    <a:tailEnd type="none" w="med" len="med"/>
                  </a:ln>
                </p:spPr>
              </p:cxnSp>
              <p:sp>
                <p:nvSpPr>
                  <p:cNvPr id="574" name="Google Shape;574;p14"/>
                  <p:cNvSpPr/>
                  <p:nvPr/>
                </p:nvSpPr>
                <p:spPr>
                  <a:xfrm rot="7199335">
                    <a:off x="3052346" y="1747002"/>
                    <a:ext cx="78626" cy="78626"/>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575" name="Google Shape;575;p14"/>
                <p:cNvGrpSpPr/>
                <p:nvPr/>
              </p:nvGrpSpPr>
              <p:grpSpPr>
                <a:xfrm>
                  <a:off x="1557290" y="2633002"/>
                  <a:ext cx="1845335" cy="1351673"/>
                  <a:chOff x="1557290" y="2633002"/>
                  <a:chExt cx="1845335" cy="1351673"/>
                </a:xfrm>
              </p:grpSpPr>
              <p:grpSp>
                <p:nvGrpSpPr>
                  <p:cNvPr id="576" name="Google Shape;576;p14"/>
                  <p:cNvGrpSpPr/>
                  <p:nvPr/>
                </p:nvGrpSpPr>
                <p:grpSpPr>
                  <a:xfrm rot="10800000">
                    <a:off x="1711513" y="2709892"/>
                    <a:ext cx="841913" cy="729208"/>
                    <a:chOff x="8056501" y="215327"/>
                    <a:chExt cx="748500" cy="648300"/>
                  </a:xfrm>
                </p:grpSpPr>
                <p:sp>
                  <p:nvSpPr>
                    <p:cNvPr id="577" name="Google Shape;577;p14"/>
                    <p:cNvSpPr/>
                    <p:nvPr/>
                  </p:nvSpPr>
                  <p:spPr>
                    <a:xfrm>
                      <a:off x="8056501" y="215327"/>
                      <a:ext cx="748500" cy="6483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78" name="Google Shape;578;p14"/>
                    <p:cNvSpPr/>
                    <p:nvPr/>
                  </p:nvSpPr>
                  <p:spPr>
                    <a:xfrm>
                      <a:off x="8169420" y="313166"/>
                      <a:ext cx="522900" cy="452700"/>
                    </a:xfrm>
                    <a:prstGeom prst="hexagon">
                      <a:avLst>
                        <a:gd name="adj" fmla="val 25000"/>
                        <a:gd name="vf" fmla="val 11547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579" name="Google Shape;579;p14"/>
                  <p:cNvGrpSpPr/>
                  <p:nvPr/>
                </p:nvGrpSpPr>
                <p:grpSpPr>
                  <a:xfrm rot="10800000">
                    <a:off x="2814832" y="2633002"/>
                    <a:ext cx="587793" cy="509104"/>
                    <a:chOff x="8022925" y="186250"/>
                    <a:chExt cx="815700" cy="706500"/>
                  </a:xfrm>
                </p:grpSpPr>
                <p:sp>
                  <p:nvSpPr>
                    <p:cNvPr id="580" name="Google Shape;580;p14"/>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81" name="Google Shape;581;p14"/>
                    <p:cNvSpPr/>
                    <p:nvPr/>
                  </p:nvSpPr>
                  <p:spPr>
                    <a:xfrm>
                      <a:off x="8114217" y="265360"/>
                      <a:ext cx="633300" cy="5484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cxnSp>
                <p:nvCxnSpPr>
                  <p:cNvPr id="582" name="Google Shape;582;p14"/>
                  <p:cNvCxnSpPr>
                    <a:stCxn id="580" idx="0"/>
                  </p:cNvCxnSpPr>
                  <p:nvPr/>
                </p:nvCxnSpPr>
                <p:spPr>
                  <a:xfrm rot="10800000">
                    <a:off x="2660332" y="2887554"/>
                    <a:ext cx="154500" cy="0"/>
                  </a:xfrm>
                  <a:prstGeom prst="straightConnector1">
                    <a:avLst/>
                  </a:prstGeom>
                  <a:noFill/>
                  <a:ln w="9525" cap="flat" cmpd="sng">
                    <a:solidFill>
                      <a:schemeClr val="dk2"/>
                    </a:solidFill>
                    <a:prstDash val="solid"/>
                    <a:round/>
                    <a:headEnd type="none" w="med" len="med"/>
                    <a:tailEnd type="none" w="med" len="med"/>
                  </a:ln>
                </p:spPr>
              </p:cxnSp>
              <p:cxnSp>
                <p:nvCxnSpPr>
                  <p:cNvPr id="583" name="Google Shape;583;p14"/>
                  <p:cNvCxnSpPr>
                    <a:stCxn id="577" idx="3"/>
                  </p:cNvCxnSpPr>
                  <p:nvPr/>
                </p:nvCxnSpPr>
                <p:spPr>
                  <a:xfrm rot="10800000" flipH="1">
                    <a:off x="2553425" y="2886696"/>
                    <a:ext cx="108900" cy="187800"/>
                  </a:xfrm>
                  <a:prstGeom prst="straightConnector1">
                    <a:avLst/>
                  </a:prstGeom>
                  <a:noFill/>
                  <a:ln w="9525" cap="flat" cmpd="sng">
                    <a:solidFill>
                      <a:schemeClr val="dk2"/>
                    </a:solidFill>
                    <a:prstDash val="solid"/>
                    <a:round/>
                    <a:headEnd type="none" w="med" len="med"/>
                    <a:tailEnd type="none" w="med" len="med"/>
                  </a:ln>
                </p:spPr>
              </p:cxnSp>
              <p:cxnSp>
                <p:nvCxnSpPr>
                  <p:cNvPr id="584" name="Google Shape;584;p14"/>
                  <p:cNvCxnSpPr>
                    <a:stCxn id="577" idx="5"/>
                  </p:cNvCxnSpPr>
                  <p:nvPr/>
                </p:nvCxnSpPr>
                <p:spPr>
                  <a:xfrm flipH="1">
                    <a:off x="1618115" y="3439099"/>
                    <a:ext cx="275700" cy="477600"/>
                  </a:xfrm>
                  <a:prstGeom prst="straightConnector1">
                    <a:avLst/>
                  </a:prstGeom>
                  <a:noFill/>
                  <a:ln w="9525" cap="flat" cmpd="sng">
                    <a:solidFill>
                      <a:schemeClr val="dk2"/>
                    </a:solidFill>
                    <a:prstDash val="solid"/>
                    <a:round/>
                    <a:headEnd type="none" w="med" len="med"/>
                    <a:tailEnd type="none" w="med" len="med"/>
                  </a:ln>
                </p:spPr>
              </p:cxnSp>
              <p:sp>
                <p:nvSpPr>
                  <p:cNvPr id="585" name="Google Shape;585;p14"/>
                  <p:cNvSpPr/>
                  <p:nvPr/>
                </p:nvSpPr>
                <p:spPr>
                  <a:xfrm rot="10800000">
                    <a:off x="1557290" y="390607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
            <p:nvSpPr>
              <p:cNvPr id="586" name="Google Shape;586;p14"/>
              <p:cNvSpPr/>
              <p:nvPr/>
            </p:nvSpPr>
            <p:spPr>
              <a:xfrm rot="10800000">
                <a:off x="8650576" y="4730950"/>
                <a:ext cx="54600" cy="54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587" name="Google Shape;587;p14"/>
            <p:cNvGrpSpPr/>
            <p:nvPr/>
          </p:nvGrpSpPr>
          <p:grpSpPr>
            <a:xfrm>
              <a:off x="3949071" y="4578504"/>
              <a:ext cx="1245819" cy="1079037"/>
              <a:chOff x="8022925" y="186250"/>
              <a:chExt cx="815700" cy="706500"/>
            </a:xfrm>
          </p:grpSpPr>
          <p:sp>
            <p:nvSpPr>
              <p:cNvPr id="588" name="Google Shape;588;p14"/>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89" name="Google Shape;589;p14"/>
              <p:cNvSpPr/>
              <p:nvPr/>
            </p:nvSpPr>
            <p:spPr>
              <a:xfrm>
                <a:off x="8066182" y="223764"/>
                <a:ext cx="729300" cy="6315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90" name="Google Shape;590;p14"/>
              <p:cNvSpPr/>
              <p:nvPr/>
            </p:nvSpPr>
            <p:spPr>
              <a:xfrm>
                <a:off x="8194799" y="335187"/>
                <a:ext cx="471900" cy="408600"/>
              </a:xfrm>
              <a:prstGeom prst="hexagon">
                <a:avLst>
                  <a:gd name="adj" fmla="val 25000"/>
                  <a:gd name="vf" fmla="val 1154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591" name="Google Shape;591;p14"/>
            <p:cNvGrpSpPr/>
            <p:nvPr/>
          </p:nvGrpSpPr>
          <p:grpSpPr>
            <a:xfrm>
              <a:off x="6487988" y="-321084"/>
              <a:ext cx="1514976" cy="1058593"/>
              <a:chOff x="6487988" y="-321084"/>
              <a:chExt cx="1514976" cy="1058593"/>
            </a:xfrm>
          </p:grpSpPr>
          <p:grpSp>
            <p:nvGrpSpPr>
              <p:cNvPr id="592" name="Google Shape;592;p14"/>
              <p:cNvGrpSpPr/>
              <p:nvPr/>
            </p:nvGrpSpPr>
            <p:grpSpPr>
              <a:xfrm>
                <a:off x="6809206" y="-321084"/>
                <a:ext cx="873044" cy="756167"/>
                <a:chOff x="8022925" y="186250"/>
                <a:chExt cx="815700" cy="706500"/>
              </a:xfrm>
            </p:grpSpPr>
            <p:sp>
              <p:nvSpPr>
                <p:cNvPr id="593" name="Google Shape;593;p14"/>
                <p:cNvSpPr/>
                <p:nvPr/>
              </p:nvSpPr>
              <p:spPr>
                <a:xfrm>
                  <a:off x="8022925" y="186250"/>
                  <a:ext cx="815700" cy="706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94" name="Google Shape;594;p14"/>
                <p:cNvSpPr/>
                <p:nvPr/>
              </p:nvSpPr>
              <p:spPr>
                <a:xfrm>
                  <a:off x="8133718" y="282237"/>
                  <a:ext cx="594300" cy="514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95" name="Google Shape;595;p14"/>
                <p:cNvSpPr/>
                <p:nvPr/>
              </p:nvSpPr>
              <p:spPr>
                <a:xfrm>
                  <a:off x="8240438" y="374705"/>
                  <a:ext cx="380700" cy="3297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596" name="Google Shape;596;p14"/>
              <p:cNvGrpSpPr/>
              <p:nvPr/>
            </p:nvGrpSpPr>
            <p:grpSpPr>
              <a:xfrm rot="10800000" flipH="1">
                <a:off x="6487988" y="89717"/>
                <a:ext cx="1514976" cy="647792"/>
                <a:chOff x="7297201" y="45061"/>
                <a:chExt cx="1514976" cy="647792"/>
              </a:xfrm>
            </p:grpSpPr>
            <p:sp>
              <p:nvSpPr>
                <p:cNvPr id="597" name="Google Shape;597;p14"/>
                <p:cNvSpPr/>
                <p:nvPr/>
              </p:nvSpPr>
              <p:spPr>
                <a:xfrm>
                  <a:off x="7297201" y="45061"/>
                  <a:ext cx="457200" cy="3960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98" name="Google Shape;598;p14"/>
                <p:cNvSpPr/>
                <p:nvPr/>
              </p:nvSpPr>
              <p:spPr>
                <a:xfrm>
                  <a:off x="8047438" y="191925"/>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99" name="Google Shape;599;p14"/>
                <p:cNvSpPr/>
                <p:nvPr/>
              </p:nvSpPr>
              <p:spPr>
                <a:xfrm>
                  <a:off x="8504977" y="426753"/>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sp>
        <p:nvSpPr>
          <p:cNvPr id="600" name="Google Shape;600;p14"/>
          <p:cNvSpPr>
            <a:spLocks noGrp="1"/>
          </p:cNvSpPr>
          <p:nvPr>
            <p:ph type="pic" idx="2"/>
          </p:nvPr>
        </p:nvSpPr>
        <p:spPr>
          <a:xfrm>
            <a:off x="713225" y="785250"/>
            <a:ext cx="2870400" cy="3573000"/>
          </a:xfrm>
          <a:prstGeom prst="rect">
            <a:avLst/>
          </a:prstGeom>
          <a:noFill/>
          <a:ln w="9525" cap="flat" cmpd="sng">
            <a:solidFill>
              <a:schemeClr val="dk2"/>
            </a:solidFill>
            <a:prstDash val="solid"/>
            <a:round/>
            <a:headEnd type="none" w="sm" len="sm"/>
            <a:tailEnd type="none" w="sm" len="sm"/>
          </a:ln>
        </p:spPr>
      </p:sp>
      <p:sp>
        <p:nvSpPr>
          <p:cNvPr id="601" name="Google Shape;601;p14"/>
          <p:cNvSpPr txBox="1">
            <a:spLocks noGrp="1"/>
          </p:cNvSpPr>
          <p:nvPr>
            <p:ph type="title"/>
          </p:nvPr>
        </p:nvSpPr>
        <p:spPr>
          <a:xfrm>
            <a:off x="4416775" y="3641174"/>
            <a:ext cx="4014000" cy="5319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602" name="Google Shape;602;p14"/>
          <p:cNvSpPr txBox="1">
            <a:spLocks noGrp="1"/>
          </p:cNvSpPr>
          <p:nvPr>
            <p:ph type="subTitle" idx="1"/>
          </p:nvPr>
        </p:nvSpPr>
        <p:spPr>
          <a:xfrm>
            <a:off x="4416775" y="978250"/>
            <a:ext cx="4014000" cy="27441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931"/>
        <p:cNvGrpSpPr/>
        <p:nvPr/>
      </p:nvGrpSpPr>
      <p:grpSpPr>
        <a:xfrm>
          <a:off x="0" y="0"/>
          <a:ext cx="0" cy="0"/>
          <a:chOff x="0" y="0"/>
          <a:chExt cx="0" cy="0"/>
        </a:xfrm>
      </p:grpSpPr>
      <p:sp>
        <p:nvSpPr>
          <p:cNvPr id="932" name="Google Shape;932;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33" name="Google Shape;933;p22"/>
          <p:cNvSpPr txBox="1">
            <a:spLocks noGrp="1"/>
          </p:cNvSpPr>
          <p:nvPr>
            <p:ph type="subTitle" idx="1"/>
          </p:nvPr>
        </p:nvSpPr>
        <p:spPr>
          <a:xfrm>
            <a:off x="720025" y="1714213"/>
            <a:ext cx="7704000" cy="53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934" name="Google Shape;934;p22"/>
          <p:cNvSpPr txBox="1">
            <a:spLocks noGrp="1"/>
          </p:cNvSpPr>
          <p:nvPr>
            <p:ph type="subTitle" idx="2"/>
          </p:nvPr>
        </p:nvSpPr>
        <p:spPr>
          <a:xfrm>
            <a:off x="720025" y="2835905"/>
            <a:ext cx="77040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935" name="Google Shape;935;p22"/>
          <p:cNvSpPr txBox="1">
            <a:spLocks noGrp="1"/>
          </p:cNvSpPr>
          <p:nvPr>
            <p:ph type="subTitle" idx="3"/>
          </p:nvPr>
        </p:nvSpPr>
        <p:spPr>
          <a:xfrm>
            <a:off x="720025" y="3954896"/>
            <a:ext cx="77040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936" name="Google Shape;936;p22"/>
          <p:cNvSpPr txBox="1">
            <a:spLocks noGrp="1"/>
          </p:cNvSpPr>
          <p:nvPr>
            <p:ph type="subTitle" idx="4"/>
          </p:nvPr>
        </p:nvSpPr>
        <p:spPr>
          <a:xfrm>
            <a:off x="720025" y="1241271"/>
            <a:ext cx="7704000" cy="5304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Archivo"/>
              <a:buNone/>
              <a:defRPr sz="2000" b="1">
                <a:latin typeface="Archivo"/>
                <a:ea typeface="Archivo"/>
                <a:cs typeface="Archivo"/>
                <a:sym typeface="Archivo"/>
              </a:defRPr>
            </a:lvl1pPr>
            <a:lvl2pPr lvl="1" rtl="0">
              <a:lnSpc>
                <a:spcPct val="115000"/>
              </a:lnSpc>
              <a:spcBef>
                <a:spcPts val="0"/>
              </a:spcBef>
              <a:spcAft>
                <a:spcPts val="0"/>
              </a:spcAft>
              <a:buSzPts val="2400"/>
              <a:buFont typeface="Archivo"/>
              <a:buNone/>
              <a:defRPr sz="2400" b="1">
                <a:latin typeface="Archivo"/>
                <a:ea typeface="Archivo"/>
                <a:cs typeface="Archivo"/>
                <a:sym typeface="Archivo"/>
              </a:defRPr>
            </a:lvl2pPr>
            <a:lvl3pPr lvl="2" rtl="0">
              <a:lnSpc>
                <a:spcPct val="115000"/>
              </a:lnSpc>
              <a:spcBef>
                <a:spcPts val="0"/>
              </a:spcBef>
              <a:spcAft>
                <a:spcPts val="0"/>
              </a:spcAft>
              <a:buSzPts val="2400"/>
              <a:buFont typeface="Archivo"/>
              <a:buNone/>
              <a:defRPr sz="2400" b="1">
                <a:latin typeface="Archivo"/>
                <a:ea typeface="Archivo"/>
                <a:cs typeface="Archivo"/>
                <a:sym typeface="Archivo"/>
              </a:defRPr>
            </a:lvl3pPr>
            <a:lvl4pPr lvl="3" rtl="0">
              <a:lnSpc>
                <a:spcPct val="115000"/>
              </a:lnSpc>
              <a:spcBef>
                <a:spcPts val="0"/>
              </a:spcBef>
              <a:spcAft>
                <a:spcPts val="0"/>
              </a:spcAft>
              <a:buSzPts val="2400"/>
              <a:buFont typeface="Archivo"/>
              <a:buNone/>
              <a:defRPr sz="2400" b="1">
                <a:latin typeface="Archivo"/>
                <a:ea typeface="Archivo"/>
                <a:cs typeface="Archivo"/>
                <a:sym typeface="Archivo"/>
              </a:defRPr>
            </a:lvl4pPr>
            <a:lvl5pPr lvl="4" rtl="0">
              <a:lnSpc>
                <a:spcPct val="115000"/>
              </a:lnSpc>
              <a:spcBef>
                <a:spcPts val="0"/>
              </a:spcBef>
              <a:spcAft>
                <a:spcPts val="0"/>
              </a:spcAft>
              <a:buSzPts val="2400"/>
              <a:buFont typeface="Archivo"/>
              <a:buNone/>
              <a:defRPr sz="2400" b="1">
                <a:latin typeface="Archivo"/>
                <a:ea typeface="Archivo"/>
                <a:cs typeface="Archivo"/>
                <a:sym typeface="Archivo"/>
              </a:defRPr>
            </a:lvl5pPr>
            <a:lvl6pPr lvl="5" rtl="0">
              <a:lnSpc>
                <a:spcPct val="115000"/>
              </a:lnSpc>
              <a:spcBef>
                <a:spcPts val="0"/>
              </a:spcBef>
              <a:spcAft>
                <a:spcPts val="0"/>
              </a:spcAft>
              <a:buSzPts val="2400"/>
              <a:buFont typeface="Archivo"/>
              <a:buNone/>
              <a:defRPr sz="2400" b="1">
                <a:latin typeface="Archivo"/>
                <a:ea typeface="Archivo"/>
                <a:cs typeface="Archivo"/>
                <a:sym typeface="Archivo"/>
              </a:defRPr>
            </a:lvl6pPr>
            <a:lvl7pPr lvl="6" rtl="0">
              <a:lnSpc>
                <a:spcPct val="115000"/>
              </a:lnSpc>
              <a:spcBef>
                <a:spcPts val="0"/>
              </a:spcBef>
              <a:spcAft>
                <a:spcPts val="0"/>
              </a:spcAft>
              <a:buSzPts val="2400"/>
              <a:buFont typeface="Archivo"/>
              <a:buNone/>
              <a:defRPr sz="2400" b="1">
                <a:latin typeface="Archivo"/>
                <a:ea typeface="Archivo"/>
                <a:cs typeface="Archivo"/>
                <a:sym typeface="Archivo"/>
              </a:defRPr>
            </a:lvl7pPr>
            <a:lvl8pPr lvl="7" rtl="0">
              <a:lnSpc>
                <a:spcPct val="115000"/>
              </a:lnSpc>
              <a:spcBef>
                <a:spcPts val="0"/>
              </a:spcBef>
              <a:spcAft>
                <a:spcPts val="0"/>
              </a:spcAft>
              <a:buSzPts val="2400"/>
              <a:buFont typeface="Archivo"/>
              <a:buNone/>
              <a:defRPr sz="2400" b="1">
                <a:latin typeface="Archivo"/>
                <a:ea typeface="Archivo"/>
                <a:cs typeface="Archivo"/>
                <a:sym typeface="Archivo"/>
              </a:defRPr>
            </a:lvl8pPr>
            <a:lvl9pPr lvl="8" rtl="0">
              <a:lnSpc>
                <a:spcPct val="115000"/>
              </a:lnSpc>
              <a:spcBef>
                <a:spcPts val="0"/>
              </a:spcBef>
              <a:spcAft>
                <a:spcPts val="0"/>
              </a:spcAft>
              <a:buSzPts val="2400"/>
              <a:buFont typeface="Archivo"/>
              <a:buNone/>
              <a:defRPr sz="2400" b="1">
                <a:latin typeface="Archivo"/>
                <a:ea typeface="Archivo"/>
                <a:cs typeface="Archivo"/>
                <a:sym typeface="Archivo"/>
              </a:defRPr>
            </a:lvl9pPr>
          </a:lstStyle>
          <a:p>
            <a:endParaRPr/>
          </a:p>
        </p:txBody>
      </p:sp>
      <p:sp>
        <p:nvSpPr>
          <p:cNvPr id="937" name="Google Shape;937;p22"/>
          <p:cNvSpPr txBox="1">
            <a:spLocks noGrp="1"/>
          </p:cNvSpPr>
          <p:nvPr>
            <p:ph type="subTitle" idx="5"/>
          </p:nvPr>
        </p:nvSpPr>
        <p:spPr>
          <a:xfrm>
            <a:off x="720025" y="2357298"/>
            <a:ext cx="7704000" cy="5277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Archivo"/>
              <a:buNone/>
              <a:defRPr sz="2000" b="1">
                <a:latin typeface="Archivo"/>
                <a:ea typeface="Archivo"/>
                <a:cs typeface="Archivo"/>
                <a:sym typeface="Archivo"/>
              </a:defRPr>
            </a:lvl1pPr>
            <a:lvl2pPr lvl="1" rtl="0">
              <a:lnSpc>
                <a:spcPct val="115000"/>
              </a:lnSpc>
              <a:spcBef>
                <a:spcPts val="0"/>
              </a:spcBef>
              <a:spcAft>
                <a:spcPts val="0"/>
              </a:spcAft>
              <a:buSzPts val="2400"/>
              <a:buFont typeface="Archivo"/>
              <a:buNone/>
              <a:defRPr sz="2400" b="1">
                <a:latin typeface="Archivo"/>
                <a:ea typeface="Archivo"/>
                <a:cs typeface="Archivo"/>
                <a:sym typeface="Archivo"/>
              </a:defRPr>
            </a:lvl2pPr>
            <a:lvl3pPr lvl="2" rtl="0">
              <a:lnSpc>
                <a:spcPct val="115000"/>
              </a:lnSpc>
              <a:spcBef>
                <a:spcPts val="0"/>
              </a:spcBef>
              <a:spcAft>
                <a:spcPts val="0"/>
              </a:spcAft>
              <a:buSzPts val="2400"/>
              <a:buFont typeface="Archivo"/>
              <a:buNone/>
              <a:defRPr sz="2400" b="1">
                <a:latin typeface="Archivo"/>
                <a:ea typeface="Archivo"/>
                <a:cs typeface="Archivo"/>
                <a:sym typeface="Archivo"/>
              </a:defRPr>
            </a:lvl3pPr>
            <a:lvl4pPr lvl="3" rtl="0">
              <a:lnSpc>
                <a:spcPct val="115000"/>
              </a:lnSpc>
              <a:spcBef>
                <a:spcPts val="0"/>
              </a:spcBef>
              <a:spcAft>
                <a:spcPts val="0"/>
              </a:spcAft>
              <a:buSzPts val="2400"/>
              <a:buFont typeface="Archivo"/>
              <a:buNone/>
              <a:defRPr sz="2400" b="1">
                <a:latin typeface="Archivo"/>
                <a:ea typeface="Archivo"/>
                <a:cs typeface="Archivo"/>
                <a:sym typeface="Archivo"/>
              </a:defRPr>
            </a:lvl4pPr>
            <a:lvl5pPr lvl="4" rtl="0">
              <a:lnSpc>
                <a:spcPct val="115000"/>
              </a:lnSpc>
              <a:spcBef>
                <a:spcPts val="0"/>
              </a:spcBef>
              <a:spcAft>
                <a:spcPts val="0"/>
              </a:spcAft>
              <a:buSzPts val="2400"/>
              <a:buFont typeface="Archivo"/>
              <a:buNone/>
              <a:defRPr sz="2400" b="1">
                <a:latin typeface="Archivo"/>
                <a:ea typeface="Archivo"/>
                <a:cs typeface="Archivo"/>
                <a:sym typeface="Archivo"/>
              </a:defRPr>
            </a:lvl5pPr>
            <a:lvl6pPr lvl="5" rtl="0">
              <a:lnSpc>
                <a:spcPct val="115000"/>
              </a:lnSpc>
              <a:spcBef>
                <a:spcPts val="0"/>
              </a:spcBef>
              <a:spcAft>
                <a:spcPts val="0"/>
              </a:spcAft>
              <a:buSzPts val="2400"/>
              <a:buFont typeface="Archivo"/>
              <a:buNone/>
              <a:defRPr sz="2400" b="1">
                <a:latin typeface="Archivo"/>
                <a:ea typeface="Archivo"/>
                <a:cs typeface="Archivo"/>
                <a:sym typeface="Archivo"/>
              </a:defRPr>
            </a:lvl6pPr>
            <a:lvl7pPr lvl="6" rtl="0">
              <a:lnSpc>
                <a:spcPct val="115000"/>
              </a:lnSpc>
              <a:spcBef>
                <a:spcPts val="0"/>
              </a:spcBef>
              <a:spcAft>
                <a:spcPts val="0"/>
              </a:spcAft>
              <a:buSzPts val="2400"/>
              <a:buFont typeface="Archivo"/>
              <a:buNone/>
              <a:defRPr sz="2400" b="1">
                <a:latin typeface="Archivo"/>
                <a:ea typeface="Archivo"/>
                <a:cs typeface="Archivo"/>
                <a:sym typeface="Archivo"/>
              </a:defRPr>
            </a:lvl7pPr>
            <a:lvl8pPr lvl="7" rtl="0">
              <a:lnSpc>
                <a:spcPct val="115000"/>
              </a:lnSpc>
              <a:spcBef>
                <a:spcPts val="0"/>
              </a:spcBef>
              <a:spcAft>
                <a:spcPts val="0"/>
              </a:spcAft>
              <a:buSzPts val="2400"/>
              <a:buFont typeface="Archivo"/>
              <a:buNone/>
              <a:defRPr sz="2400" b="1">
                <a:latin typeface="Archivo"/>
                <a:ea typeface="Archivo"/>
                <a:cs typeface="Archivo"/>
                <a:sym typeface="Archivo"/>
              </a:defRPr>
            </a:lvl8pPr>
            <a:lvl9pPr lvl="8" rtl="0">
              <a:lnSpc>
                <a:spcPct val="115000"/>
              </a:lnSpc>
              <a:spcBef>
                <a:spcPts val="0"/>
              </a:spcBef>
              <a:spcAft>
                <a:spcPts val="0"/>
              </a:spcAft>
              <a:buSzPts val="2400"/>
              <a:buFont typeface="Archivo"/>
              <a:buNone/>
              <a:defRPr sz="2400" b="1">
                <a:latin typeface="Archivo"/>
                <a:ea typeface="Archivo"/>
                <a:cs typeface="Archivo"/>
                <a:sym typeface="Archivo"/>
              </a:defRPr>
            </a:lvl9pPr>
          </a:lstStyle>
          <a:p>
            <a:endParaRPr/>
          </a:p>
        </p:txBody>
      </p:sp>
      <p:sp>
        <p:nvSpPr>
          <p:cNvPr id="938" name="Google Shape;938;p22"/>
          <p:cNvSpPr txBox="1">
            <a:spLocks noGrp="1"/>
          </p:cNvSpPr>
          <p:nvPr>
            <p:ph type="subTitle" idx="6"/>
          </p:nvPr>
        </p:nvSpPr>
        <p:spPr>
          <a:xfrm>
            <a:off x="720025" y="3470625"/>
            <a:ext cx="7704000" cy="5277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Archivo"/>
              <a:buNone/>
              <a:defRPr sz="2000" b="1">
                <a:latin typeface="Archivo"/>
                <a:ea typeface="Archivo"/>
                <a:cs typeface="Archivo"/>
                <a:sym typeface="Archivo"/>
              </a:defRPr>
            </a:lvl1pPr>
            <a:lvl2pPr lvl="1" rtl="0">
              <a:lnSpc>
                <a:spcPct val="115000"/>
              </a:lnSpc>
              <a:spcBef>
                <a:spcPts val="0"/>
              </a:spcBef>
              <a:spcAft>
                <a:spcPts val="0"/>
              </a:spcAft>
              <a:buSzPts val="2400"/>
              <a:buFont typeface="Archivo"/>
              <a:buNone/>
              <a:defRPr sz="2400" b="1">
                <a:latin typeface="Archivo"/>
                <a:ea typeface="Archivo"/>
                <a:cs typeface="Archivo"/>
                <a:sym typeface="Archivo"/>
              </a:defRPr>
            </a:lvl2pPr>
            <a:lvl3pPr lvl="2" rtl="0">
              <a:lnSpc>
                <a:spcPct val="115000"/>
              </a:lnSpc>
              <a:spcBef>
                <a:spcPts val="0"/>
              </a:spcBef>
              <a:spcAft>
                <a:spcPts val="0"/>
              </a:spcAft>
              <a:buSzPts val="2400"/>
              <a:buFont typeface="Archivo"/>
              <a:buNone/>
              <a:defRPr sz="2400" b="1">
                <a:latin typeface="Archivo"/>
                <a:ea typeface="Archivo"/>
                <a:cs typeface="Archivo"/>
                <a:sym typeface="Archivo"/>
              </a:defRPr>
            </a:lvl3pPr>
            <a:lvl4pPr lvl="3" rtl="0">
              <a:lnSpc>
                <a:spcPct val="115000"/>
              </a:lnSpc>
              <a:spcBef>
                <a:spcPts val="0"/>
              </a:spcBef>
              <a:spcAft>
                <a:spcPts val="0"/>
              </a:spcAft>
              <a:buSzPts val="2400"/>
              <a:buFont typeface="Archivo"/>
              <a:buNone/>
              <a:defRPr sz="2400" b="1">
                <a:latin typeface="Archivo"/>
                <a:ea typeface="Archivo"/>
                <a:cs typeface="Archivo"/>
                <a:sym typeface="Archivo"/>
              </a:defRPr>
            </a:lvl4pPr>
            <a:lvl5pPr lvl="4" rtl="0">
              <a:lnSpc>
                <a:spcPct val="115000"/>
              </a:lnSpc>
              <a:spcBef>
                <a:spcPts val="0"/>
              </a:spcBef>
              <a:spcAft>
                <a:spcPts val="0"/>
              </a:spcAft>
              <a:buSzPts val="2400"/>
              <a:buFont typeface="Archivo"/>
              <a:buNone/>
              <a:defRPr sz="2400" b="1">
                <a:latin typeface="Archivo"/>
                <a:ea typeface="Archivo"/>
                <a:cs typeface="Archivo"/>
                <a:sym typeface="Archivo"/>
              </a:defRPr>
            </a:lvl5pPr>
            <a:lvl6pPr lvl="5" rtl="0">
              <a:lnSpc>
                <a:spcPct val="115000"/>
              </a:lnSpc>
              <a:spcBef>
                <a:spcPts val="0"/>
              </a:spcBef>
              <a:spcAft>
                <a:spcPts val="0"/>
              </a:spcAft>
              <a:buSzPts val="2400"/>
              <a:buFont typeface="Archivo"/>
              <a:buNone/>
              <a:defRPr sz="2400" b="1">
                <a:latin typeface="Archivo"/>
                <a:ea typeface="Archivo"/>
                <a:cs typeface="Archivo"/>
                <a:sym typeface="Archivo"/>
              </a:defRPr>
            </a:lvl6pPr>
            <a:lvl7pPr lvl="6" rtl="0">
              <a:lnSpc>
                <a:spcPct val="115000"/>
              </a:lnSpc>
              <a:spcBef>
                <a:spcPts val="0"/>
              </a:spcBef>
              <a:spcAft>
                <a:spcPts val="0"/>
              </a:spcAft>
              <a:buSzPts val="2400"/>
              <a:buFont typeface="Archivo"/>
              <a:buNone/>
              <a:defRPr sz="2400" b="1">
                <a:latin typeface="Archivo"/>
                <a:ea typeface="Archivo"/>
                <a:cs typeface="Archivo"/>
                <a:sym typeface="Archivo"/>
              </a:defRPr>
            </a:lvl7pPr>
            <a:lvl8pPr lvl="7" rtl="0">
              <a:lnSpc>
                <a:spcPct val="115000"/>
              </a:lnSpc>
              <a:spcBef>
                <a:spcPts val="0"/>
              </a:spcBef>
              <a:spcAft>
                <a:spcPts val="0"/>
              </a:spcAft>
              <a:buSzPts val="2400"/>
              <a:buFont typeface="Archivo"/>
              <a:buNone/>
              <a:defRPr sz="2400" b="1">
                <a:latin typeface="Archivo"/>
                <a:ea typeface="Archivo"/>
                <a:cs typeface="Archivo"/>
                <a:sym typeface="Archivo"/>
              </a:defRPr>
            </a:lvl8pPr>
            <a:lvl9pPr lvl="8" rtl="0">
              <a:lnSpc>
                <a:spcPct val="115000"/>
              </a:lnSpc>
              <a:spcBef>
                <a:spcPts val="0"/>
              </a:spcBef>
              <a:spcAft>
                <a:spcPts val="0"/>
              </a:spcAft>
              <a:buSzPts val="2400"/>
              <a:buFont typeface="Archivo"/>
              <a:buNone/>
              <a:defRPr sz="2400" b="1">
                <a:latin typeface="Archivo"/>
                <a:ea typeface="Archivo"/>
                <a:cs typeface="Archivo"/>
                <a:sym typeface="Archivo"/>
              </a:defRPr>
            </a:lvl9pPr>
          </a:lstStyle>
          <a:p>
            <a:endParaRPr/>
          </a:p>
        </p:txBody>
      </p:sp>
      <p:grpSp>
        <p:nvGrpSpPr>
          <p:cNvPr id="939" name="Google Shape;939;p22"/>
          <p:cNvGrpSpPr/>
          <p:nvPr/>
        </p:nvGrpSpPr>
        <p:grpSpPr>
          <a:xfrm>
            <a:off x="36670" y="-818387"/>
            <a:ext cx="9710039" cy="5836570"/>
            <a:chOff x="36670" y="-818387"/>
            <a:chExt cx="9710039" cy="5836570"/>
          </a:xfrm>
        </p:grpSpPr>
        <p:grpSp>
          <p:nvGrpSpPr>
            <p:cNvPr id="940" name="Google Shape;940;p22"/>
            <p:cNvGrpSpPr/>
            <p:nvPr/>
          </p:nvGrpSpPr>
          <p:grpSpPr>
            <a:xfrm>
              <a:off x="6586639" y="-818387"/>
              <a:ext cx="3160070" cy="2392650"/>
              <a:chOff x="6586639" y="-781700"/>
              <a:chExt cx="3160070" cy="2392650"/>
            </a:xfrm>
          </p:grpSpPr>
          <p:grpSp>
            <p:nvGrpSpPr>
              <p:cNvPr id="941" name="Google Shape;941;p22"/>
              <p:cNvGrpSpPr/>
              <p:nvPr/>
            </p:nvGrpSpPr>
            <p:grpSpPr>
              <a:xfrm flipH="1">
                <a:off x="7382025" y="-781700"/>
                <a:ext cx="2364684" cy="2392650"/>
                <a:chOff x="5404368" y="-851325"/>
                <a:chExt cx="2364684" cy="2392650"/>
              </a:xfrm>
            </p:grpSpPr>
            <p:grpSp>
              <p:nvGrpSpPr>
                <p:cNvPr id="942" name="Google Shape;942;p22"/>
                <p:cNvGrpSpPr/>
                <p:nvPr/>
              </p:nvGrpSpPr>
              <p:grpSpPr>
                <a:xfrm>
                  <a:off x="6360273" y="-338456"/>
                  <a:ext cx="917499" cy="794671"/>
                  <a:chOff x="8022925" y="186250"/>
                  <a:chExt cx="815700" cy="706500"/>
                </a:xfrm>
              </p:grpSpPr>
              <p:sp>
                <p:nvSpPr>
                  <p:cNvPr id="943" name="Google Shape;943;p22"/>
                  <p:cNvSpPr/>
                  <p:nvPr/>
                </p:nvSpPr>
                <p:spPr>
                  <a:xfrm>
                    <a:off x="8022925" y="186250"/>
                    <a:ext cx="815700" cy="7065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44" name="Google Shape;944;p22"/>
                  <p:cNvSpPr/>
                  <p:nvPr/>
                </p:nvSpPr>
                <p:spPr>
                  <a:xfrm>
                    <a:off x="8169420" y="313166"/>
                    <a:ext cx="522900" cy="452700"/>
                  </a:xfrm>
                  <a:prstGeom prst="hexagon">
                    <a:avLst>
                      <a:gd name="adj" fmla="val 25000"/>
                      <a:gd name="vf" fmla="val 11547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945" name="Google Shape;945;p22"/>
                <p:cNvGrpSpPr/>
                <p:nvPr/>
              </p:nvGrpSpPr>
              <p:grpSpPr>
                <a:xfrm>
                  <a:off x="5548840" y="-8756"/>
                  <a:ext cx="587793" cy="509104"/>
                  <a:chOff x="8022925" y="186250"/>
                  <a:chExt cx="815700" cy="706500"/>
                </a:xfrm>
              </p:grpSpPr>
              <p:sp>
                <p:nvSpPr>
                  <p:cNvPr id="946" name="Google Shape;946;p22"/>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47" name="Google Shape;947;p22"/>
                  <p:cNvSpPr/>
                  <p:nvPr/>
                </p:nvSpPr>
                <p:spPr>
                  <a:xfrm>
                    <a:off x="8114217" y="265360"/>
                    <a:ext cx="633300" cy="5484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948" name="Google Shape;948;p22"/>
                <p:cNvGrpSpPr/>
                <p:nvPr/>
              </p:nvGrpSpPr>
              <p:grpSpPr>
                <a:xfrm>
                  <a:off x="6089765" y="600244"/>
                  <a:ext cx="587793" cy="509104"/>
                  <a:chOff x="8022925" y="186250"/>
                  <a:chExt cx="815700" cy="706500"/>
                </a:xfrm>
              </p:grpSpPr>
              <p:sp>
                <p:nvSpPr>
                  <p:cNvPr id="949" name="Google Shape;949;p22"/>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50" name="Google Shape;950;p22"/>
                  <p:cNvSpPr/>
                  <p:nvPr/>
                </p:nvSpPr>
                <p:spPr>
                  <a:xfrm>
                    <a:off x="8213302" y="351156"/>
                    <a:ext cx="435000" cy="3768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951" name="Google Shape;951;p22"/>
                <p:cNvSpPr/>
                <p:nvPr/>
              </p:nvSpPr>
              <p:spPr>
                <a:xfrm>
                  <a:off x="6499238" y="552125"/>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52" name="Google Shape;952;p22"/>
                <p:cNvSpPr/>
                <p:nvPr/>
              </p:nvSpPr>
              <p:spPr>
                <a:xfrm>
                  <a:off x="7461852" y="112753"/>
                  <a:ext cx="307200" cy="2661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953" name="Google Shape;953;p22"/>
                <p:cNvCxnSpPr/>
                <p:nvPr/>
              </p:nvCxnSpPr>
              <p:spPr>
                <a:xfrm>
                  <a:off x="5404368" y="355166"/>
                  <a:ext cx="285600" cy="501600"/>
                </a:xfrm>
                <a:prstGeom prst="straightConnector1">
                  <a:avLst/>
                </a:prstGeom>
                <a:noFill/>
                <a:ln w="9525" cap="flat" cmpd="sng">
                  <a:solidFill>
                    <a:schemeClr val="dk2"/>
                  </a:solidFill>
                  <a:prstDash val="solid"/>
                  <a:round/>
                  <a:headEnd type="none" w="med" len="med"/>
                  <a:tailEnd type="none" w="med" len="med"/>
                </a:ln>
              </p:spPr>
            </p:cxnSp>
            <p:cxnSp>
              <p:nvCxnSpPr>
                <p:cNvPr id="954" name="Google Shape;954;p22"/>
                <p:cNvCxnSpPr>
                  <a:stCxn id="949" idx="3"/>
                </p:cNvCxnSpPr>
                <p:nvPr/>
              </p:nvCxnSpPr>
              <p:spPr>
                <a:xfrm rot="10800000">
                  <a:off x="5686565" y="854796"/>
                  <a:ext cx="403200" cy="0"/>
                </a:xfrm>
                <a:prstGeom prst="straightConnector1">
                  <a:avLst/>
                </a:prstGeom>
                <a:noFill/>
                <a:ln w="9525" cap="flat" cmpd="sng">
                  <a:solidFill>
                    <a:schemeClr val="dk2"/>
                  </a:solidFill>
                  <a:prstDash val="solid"/>
                  <a:round/>
                  <a:headEnd type="none" w="med" len="med"/>
                  <a:tailEnd type="none" w="med" len="med"/>
                </a:ln>
              </p:spPr>
            </p:cxnSp>
            <p:cxnSp>
              <p:nvCxnSpPr>
                <p:cNvPr id="955" name="Google Shape;955;p22"/>
                <p:cNvCxnSpPr>
                  <a:stCxn id="946" idx="0"/>
                </p:cNvCxnSpPr>
                <p:nvPr/>
              </p:nvCxnSpPr>
              <p:spPr>
                <a:xfrm>
                  <a:off x="6136634" y="245796"/>
                  <a:ext cx="154500" cy="0"/>
                </a:xfrm>
                <a:prstGeom prst="straightConnector1">
                  <a:avLst/>
                </a:prstGeom>
                <a:noFill/>
                <a:ln w="9525" cap="flat" cmpd="sng">
                  <a:solidFill>
                    <a:schemeClr val="dk2"/>
                  </a:solidFill>
                  <a:prstDash val="solid"/>
                  <a:round/>
                  <a:headEnd type="none" w="med" len="med"/>
                  <a:tailEnd type="none" w="med" len="med"/>
                </a:ln>
              </p:spPr>
            </p:cxnSp>
            <p:cxnSp>
              <p:nvCxnSpPr>
                <p:cNvPr id="956" name="Google Shape;956;p22"/>
                <p:cNvCxnSpPr>
                  <a:stCxn id="943" idx="3"/>
                </p:cNvCxnSpPr>
                <p:nvPr/>
              </p:nvCxnSpPr>
              <p:spPr>
                <a:xfrm flipH="1">
                  <a:off x="6287073" y="58880"/>
                  <a:ext cx="73200" cy="187500"/>
                </a:xfrm>
                <a:prstGeom prst="straightConnector1">
                  <a:avLst/>
                </a:prstGeom>
                <a:noFill/>
                <a:ln w="9525" cap="flat" cmpd="sng">
                  <a:solidFill>
                    <a:schemeClr val="dk2"/>
                  </a:solidFill>
                  <a:prstDash val="solid"/>
                  <a:round/>
                  <a:headEnd type="none" w="med" len="med"/>
                  <a:tailEnd type="none" w="med" len="med"/>
                </a:ln>
              </p:spPr>
            </p:cxnSp>
            <p:cxnSp>
              <p:nvCxnSpPr>
                <p:cNvPr id="957" name="Google Shape;957;p22"/>
                <p:cNvCxnSpPr>
                  <a:stCxn id="949" idx="1"/>
                </p:cNvCxnSpPr>
                <p:nvPr/>
              </p:nvCxnSpPr>
              <p:spPr>
                <a:xfrm>
                  <a:off x="6550283" y="1109348"/>
                  <a:ext cx="226200" cy="391800"/>
                </a:xfrm>
                <a:prstGeom prst="straightConnector1">
                  <a:avLst/>
                </a:prstGeom>
                <a:noFill/>
                <a:ln w="9525" cap="flat" cmpd="sng">
                  <a:solidFill>
                    <a:schemeClr val="dk2"/>
                  </a:solidFill>
                  <a:prstDash val="solid"/>
                  <a:round/>
                  <a:headEnd type="none" w="med" len="med"/>
                  <a:tailEnd type="none" w="med" len="med"/>
                </a:ln>
              </p:spPr>
            </p:cxnSp>
            <p:sp>
              <p:nvSpPr>
                <p:cNvPr id="958" name="Google Shape;958;p22"/>
                <p:cNvSpPr/>
                <p:nvPr/>
              </p:nvSpPr>
              <p:spPr>
                <a:xfrm>
                  <a:off x="6736425" y="146272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959" name="Google Shape;959;p22"/>
                <p:cNvCxnSpPr>
                  <a:stCxn id="943" idx="5"/>
                </p:cNvCxnSpPr>
                <p:nvPr/>
              </p:nvCxnSpPr>
              <p:spPr>
                <a:xfrm rot="10800000" flipH="1">
                  <a:off x="7079105" y="-816055"/>
                  <a:ext cx="275700" cy="477600"/>
                </a:xfrm>
                <a:prstGeom prst="straightConnector1">
                  <a:avLst/>
                </a:prstGeom>
                <a:noFill/>
                <a:ln w="9525" cap="flat" cmpd="sng">
                  <a:solidFill>
                    <a:schemeClr val="dk2"/>
                  </a:solidFill>
                  <a:prstDash val="solid"/>
                  <a:round/>
                  <a:headEnd type="none" w="med" len="med"/>
                  <a:tailEnd type="none" w="med" len="med"/>
                </a:ln>
              </p:spPr>
            </p:cxnSp>
            <p:sp>
              <p:nvSpPr>
                <p:cNvPr id="960" name="Google Shape;960;p22"/>
                <p:cNvSpPr/>
                <p:nvPr/>
              </p:nvSpPr>
              <p:spPr>
                <a:xfrm>
                  <a:off x="7315575" y="-85132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61" name="Google Shape;961;p22"/>
                <p:cNvSpPr/>
                <p:nvPr/>
              </p:nvSpPr>
              <p:spPr>
                <a:xfrm>
                  <a:off x="6136627" y="1209253"/>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962" name="Google Shape;962;p22"/>
              <p:cNvGrpSpPr/>
              <p:nvPr/>
            </p:nvGrpSpPr>
            <p:grpSpPr>
              <a:xfrm flipH="1">
                <a:off x="6586639" y="-215983"/>
                <a:ext cx="795389" cy="688979"/>
                <a:chOff x="8022925" y="186250"/>
                <a:chExt cx="815700" cy="706500"/>
              </a:xfrm>
            </p:grpSpPr>
            <p:sp>
              <p:nvSpPr>
                <p:cNvPr id="963" name="Google Shape;963;p22"/>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64" name="Google Shape;964;p22"/>
                <p:cNvSpPr/>
                <p:nvPr/>
              </p:nvSpPr>
              <p:spPr>
                <a:xfrm>
                  <a:off x="8066182" y="223764"/>
                  <a:ext cx="729300" cy="6315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65" name="Google Shape;965;p22"/>
                <p:cNvSpPr/>
                <p:nvPr/>
              </p:nvSpPr>
              <p:spPr>
                <a:xfrm>
                  <a:off x="8222718" y="359307"/>
                  <a:ext cx="416100" cy="360600"/>
                </a:xfrm>
                <a:prstGeom prst="hexagon">
                  <a:avLst>
                    <a:gd name="adj" fmla="val 25000"/>
                    <a:gd name="vf" fmla="val 1154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cxnSp>
            <p:nvCxnSpPr>
              <p:cNvPr id="966" name="Google Shape;966;p22"/>
              <p:cNvCxnSpPr>
                <a:stCxn id="963" idx="3"/>
                <a:endCxn id="943" idx="0"/>
              </p:cNvCxnSpPr>
              <p:nvPr/>
            </p:nvCxnSpPr>
            <p:spPr>
              <a:xfrm>
                <a:off x="7382028" y="128506"/>
                <a:ext cx="491400" cy="0"/>
              </a:xfrm>
              <a:prstGeom prst="straightConnector1">
                <a:avLst/>
              </a:prstGeom>
              <a:noFill/>
              <a:ln w="9525" cap="flat" cmpd="sng">
                <a:solidFill>
                  <a:schemeClr val="dk2"/>
                </a:solidFill>
                <a:prstDash val="solid"/>
                <a:round/>
                <a:headEnd type="none" w="med" len="med"/>
                <a:tailEnd type="none" w="med" len="med"/>
              </a:ln>
            </p:spPr>
          </p:cxnSp>
        </p:grpSp>
        <p:grpSp>
          <p:nvGrpSpPr>
            <p:cNvPr id="967" name="Google Shape;967;p22"/>
            <p:cNvGrpSpPr/>
            <p:nvPr/>
          </p:nvGrpSpPr>
          <p:grpSpPr>
            <a:xfrm flipH="1">
              <a:off x="8430769" y="3177041"/>
              <a:ext cx="1180258" cy="1390907"/>
              <a:chOff x="4046769" y="1482116"/>
              <a:chExt cx="1180258" cy="1390907"/>
            </a:xfrm>
          </p:grpSpPr>
          <p:grpSp>
            <p:nvGrpSpPr>
              <p:cNvPr id="968" name="Google Shape;968;p22"/>
              <p:cNvGrpSpPr/>
              <p:nvPr/>
            </p:nvGrpSpPr>
            <p:grpSpPr>
              <a:xfrm>
                <a:off x="4046769" y="1482116"/>
                <a:ext cx="1180258" cy="756167"/>
                <a:chOff x="4046769" y="1482116"/>
                <a:chExt cx="1180258" cy="756167"/>
              </a:xfrm>
            </p:grpSpPr>
            <p:grpSp>
              <p:nvGrpSpPr>
                <p:cNvPr id="969" name="Google Shape;969;p22"/>
                <p:cNvGrpSpPr/>
                <p:nvPr/>
              </p:nvGrpSpPr>
              <p:grpSpPr>
                <a:xfrm>
                  <a:off x="4046769" y="1482116"/>
                  <a:ext cx="873044" cy="756167"/>
                  <a:chOff x="8022925" y="186250"/>
                  <a:chExt cx="815700" cy="706500"/>
                </a:xfrm>
              </p:grpSpPr>
              <p:sp>
                <p:nvSpPr>
                  <p:cNvPr id="970" name="Google Shape;970;p22"/>
                  <p:cNvSpPr/>
                  <p:nvPr/>
                </p:nvSpPr>
                <p:spPr>
                  <a:xfrm>
                    <a:off x="8022925" y="186250"/>
                    <a:ext cx="815700" cy="706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71" name="Google Shape;971;p22"/>
                  <p:cNvSpPr/>
                  <p:nvPr/>
                </p:nvSpPr>
                <p:spPr>
                  <a:xfrm>
                    <a:off x="8133718" y="282237"/>
                    <a:ext cx="594300" cy="514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72" name="Google Shape;972;p22"/>
                  <p:cNvSpPr/>
                  <p:nvPr/>
                </p:nvSpPr>
                <p:spPr>
                  <a:xfrm>
                    <a:off x="8240438" y="374705"/>
                    <a:ext cx="380700" cy="3297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973" name="Google Shape;973;p22"/>
                <p:cNvSpPr/>
                <p:nvPr/>
              </p:nvSpPr>
              <p:spPr>
                <a:xfrm>
                  <a:off x="4919827" y="1953578"/>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74" name="Google Shape;974;p22"/>
                <p:cNvSpPr/>
                <p:nvPr/>
              </p:nvSpPr>
              <p:spPr>
                <a:xfrm>
                  <a:off x="4981813" y="1541325"/>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cxnSp>
            <p:nvCxnSpPr>
              <p:cNvPr id="975" name="Google Shape;975;p22"/>
              <p:cNvCxnSpPr>
                <a:stCxn id="970" idx="1"/>
                <a:endCxn id="976" idx="0"/>
              </p:cNvCxnSpPr>
              <p:nvPr/>
            </p:nvCxnSpPr>
            <p:spPr>
              <a:xfrm>
                <a:off x="4730771" y="2238282"/>
                <a:ext cx="172800" cy="135000"/>
              </a:xfrm>
              <a:prstGeom prst="straightConnector1">
                <a:avLst/>
              </a:prstGeom>
              <a:noFill/>
              <a:ln w="9525" cap="flat" cmpd="sng">
                <a:solidFill>
                  <a:schemeClr val="dk2"/>
                </a:solidFill>
                <a:prstDash val="solid"/>
                <a:round/>
                <a:headEnd type="none" w="med" len="med"/>
                <a:tailEnd type="none" w="med" len="med"/>
              </a:ln>
            </p:spPr>
          </p:cxnSp>
          <p:sp>
            <p:nvSpPr>
              <p:cNvPr id="976" name="Google Shape;976;p22"/>
              <p:cNvSpPr/>
              <p:nvPr/>
            </p:nvSpPr>
            <p:spPr>
              <a:xfrm rot="-5400000">
                <a:off x="4653574" y="2406673"/>
                <a:ext cx="499800" cy="4329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77" name="Google Shape;977;p22"/>
              <p:cNvSpPr/>
              <p:nvPr/>
            </p:nvSpPr>
            <p:spPr>
              <a:xfrm rot="-5400000">
                <a:off x="4704500" y="2450622"/>
                <a:ext cx="398100" cy="3450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978" name="Google Shape;978;p22"/>
            <p:cNvGrpSpPr/>
            <p:nvPr/>
          </p:nvGrpSpPr>
          <p:grpSpPr>
            <a:xfrm rot="10800000" flipH="1">
              <a:off x="36670" y="3291158"/>
              <a:ext cx="1023526" cy="1727025"/>
              <a:chOff x="-5" y="2300632"/>
              <a:chExt cx="1023526" cy="1727025"/>
            </a:xfrm>
          </p:grpSpPr>
          <p:grpSp>
            <p:nvGrpSpPr>
              <p:cNvPr id="979" name="Google Shape;979;p22"/>
              <p:cNvGrpSpPr/>
              <p:nvPr/>
            </p:nvGrpSpPr>
            <p:grpSpPr>
              <a:xfrm rot="5400000">
                <a:off x="-417172" y="2717800"/>
                <a:ext cx="1413385" cy="579050"/>
                <a:chOff x="2195315" y="2002175"/>
                <a:chExt cx="1413385" cy="579050"/>
              </a:xfrm>
            </p:grpSpPr>
            <p:grpSp>
              <p:nvGrpSpPr>
                <p:cNvPr id="980" name="Google Shape;980;p22"/>
                <p:cNvGrpSpPr/>
                <p:nvPr/>
              </p:nvGrpSpPr>
              <p:grpSpPr>
                <a:xfrm rot="10800000">
                  <a:off x="2273907" y="2024002"/>
                  <a:ext cx="587793" cy="509104"/>
                  <a:chOff x="8022925" y="186250"/>
                  <a:chExt cx="815700" cy="706500"/>
                </a:xfrm>
              </p:grpSpPr>
              <p:sp>
                <p:nvSpPr>
                  <p:cNvPr id="981" name="Google Shape;981;p22"/>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82" name="Google Shape;982;p22"/>
                  <p:cNvSpPr/>
                  <p:nvPr/>
                </p:nvSpPr>
                <p:spPr>
                  <a:xfrm>
                    <a:off x="8213302" y="351156"/>
                    <a:ext cx="435000" cy="3768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983" name="Google Shape;983;p22"/>
                <p:cNvSpPr/>
                <p:nvPr/>
              </p:nvSpPr>
              <p:spPr>
                <a:xfrm rot="10800000">
                  <a:off x="2349928" y="2478925"/>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984" name="Google Shape;984;p22"/>
                <p:cNvCxnSpPr>
                  <a:stCxn id="981" idx="3"/>
                  <a:endCxn id="985" idx="0"/>
                </p:cNvCxnSpPr>
                <p:nvPr/>
              </p:nvCxnSpPr>
              <p:spPr>
                <a:xfrm rot="10800000">
                  <a:off x="3235200" y="1905054"/>
                  <a:ext cx="0" cy="747000"/>
                </a:xfrm>
                <a:prstGeom prst="straightConnector1">
                  <a:avLst/>
                </a:prstGeom>
                <a:noFill/>
                <a:ln w="9525" cap="flat" cmpd="sng">
                  <a:solidFill>
                    <a:schemeClr val="dk2"/>
                  </a:solidFill>
                  <a:prstDash val="solid"/>
                  <a:round/>
                  <a:headEnd type="none" w="med" len="med"/>
                  <a:tailEnd type="none" w="med" len="med"/>
                </a:ln>
              </p:spPr>
            </p:cxnSp>
            <p:sp>
              <p:nvSpPr>
                <p:cNvPr id="986" name="Google Shape;986;p22"/>
                <p:cNvSpPr/>
                <p:nvPr/>
              </p:nvSpPr>
              <p:spPr>
                <a:xfrm rot="10800000">
                  <a:off x="2195315" y="200217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985" name="Google Shape;985;p22"/>
              <p:cNvSpPr/>
              <p:nvPr/>
            </p:nvSpPr>
            <p:spPr>
              <a:xfrm rot="-5400000">
                <a:off x="145946" y="3735157"/>
                <a:ext cx="313500" cy="2715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87" name="Google Shape;987;p22"/>
              <p:cNvSpPr/>
              <p:nvPr/>
            </p:nvSpPr>
            <p:spPr>
              <a:xfrm rot="-5400000">
                <a:off x="731021" y="2321632"/>
                <a:ext cx="313500" cy="271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1240"/>
        <p:cNvGrpSpPr/>
        <p:nvPr/>
      </p:nvGrpSpPr>
      <p:grpSpPr>
        <a:xfrm>
          <a:off x="0" y="0"/>
          <a:ext cx="0" cy="0"/>
          <a:chOff x="0" y="0"/>
          <a:chExt cx="0" cy="0"/>
        </a:xfrm>
      </p:grpSpPr>
      <p:grpSp>
        <p:nvGrpSpPr>
          <p:cNvPr id="1241" name="Google Shape;1241;p28"/>
          <p:cNvGrpSpPr/>
          <p:nvPr/>
        </p:nvGrpSpPr>
        <p:grpSpPr>
          <a:xfrm rot="10800000">
            <a:off x="142652" y="2391879"/>
            <a:ext cx="1180258" cy="1390907"/>
            <a:chOff x="4046769" y="1482116"/>
            <a:chExt cx="1180258" cy="1390907"/>
          </a:xfrm>
        </p:grpSpPr>
        <p:grpSp>
          <p:nvGrpSpPr>
            <p:cNvPr id="1242" name="Google Shape;1242;p28"/>
            <p:cNvGrpSpPr/>
            <p:nvPr/>
          </p:nvGrpSpPr>
          <p:grpSpPr>
            <a:xfrm>
              <a:off x="4046769" y="1482116"/>
              <a:ext cx="1180258" cy="756167"/>
              <a:chOff x="4046769" y="1482116"/>
              <a:chExt cx="1180258" cy="756167"/>
            </a:xfrm>
          </p:grpSpPr>
          <p:grpSp>
            <p:nvGrpSpPr>
              <p:cNvPr id="1243" name="Google Shape;1243;p28"/>
              <p:cNvGrpSpPr/>
              <p:nvPr/>
            </p:nvGrpSpPr>
            <p:grpSpPr>
              <a:xfrm>
                <a:off x="4046769" y="1482116"/>
                <a:ext cx="873044" cy="756167"/>
                <a:chOff x="8022925" y="186250"/>
                <a:chExt cx="815700" cy="706500"/>
              </a:xfrm>
            </p:grpSpPr>
            <p:sp>
              <p:nvSpPr>
                <p:cNvPr id="1244" name="Google Shape;1244;p28"/>
                <p:cNvSpPr/>
                <p:nvPr/>
              </p:nvSpPr>
              <p:spPr>
                <a:xfrm>
                  <a:off x="8022925" y="186250"/>
                  <a:ext cx="815700" cy="706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45" name="Google Shape;1245;p28"/>
                <p:cNvSpPr/>
                <p:nvPr/>
              </p:nvSpPr>
              <p:spPr>
                <a:xfrm>
                  <a:off x="8133718" y="282237"/>
                  <a:ext cx="594300" cy="514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46" name="Google Shape;1246;p28"/>
                <p:cNvSpPr/>
                <p:nvPr/>
              </p:nvSpPr>
              <p:spPr>
                <a:xfrm>
                  <a:off x="8240438" y="374705"/>
                  <a:ext cx="380700" cy="3297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247" name="Google Shape;1247;p28"/>
              <p:cNvSpPr/>
              <p:nvPr/>
            </p:nvSpPr>
            <p:spPr>
              <a:xfrm>
                <a:off x="4919827" y="1953578"/>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48" name="Google Shape;1248;p28"/>
              <p:cNvSpPr/>
              <p:nvPr/>
            </p:nvSpPr>
            <p:spPr>
              <a:xfrm>
                <a:off x="5012263" y="1761350"/>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cxnSp>
          <p:nvCxnSpPr>
            <p:cNvPr id="1249" name="Google Shape;1249;p28"/>
            <p:cNvCxnSpPr>
              <a:stCxn id="1244" idx="1"/>
              <a:endCxn id="1250" idx="0"/>
            </p:cNvCxnSpPr>
            <p:nvPr/>
          </p:nvCxnSpPr>
          <p:spPr>
            <a:xfrm>
              <a:off x="4730771" y="2238282"/>
              <a:ext cx="172800" cy="135000"/>
            </a:xfrm>
            <a:prstGeom prst="straightConnector1">
              <a:avLst/>
            </a:prstGeom>
            <a:noFill/>
            <a:ln w="9525" cap="flat" cmpd="sng">
              <a:solidFill>
                <a:schemeClr val="dk2"/>
              </a:solidFill>
              <a:prstDash val="solid"/>
              <a:round/>
              <a:headEnd type="none" w="med" len="med"/>
              <a:tailEnd type="none" w="med" len="med"/>
            </a:ln>
          </p:spPr>
        </p:cxnSp>
        <p:sp>
          <p:nvSpPr>
            <p:cNvPr id="1250" name="Google Shape;1250;p28"/>
            <p:cNvSpPr/>
            <p:nvPr/>
          </p:nvSpPr>
          <p:spPr>
            <a:xfrm rot="-5400000">
              <a:off x="4653574" y="2406673"/>
              <a:ext cx="499800" cy="4329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51" name="Google Shape;1251;p28"/>
            <p:cNvSpPr/>
            <p:nvPr/>
          </p:nvSpPr>
          <p:spPr>
            <a:xfrm rot="-5400000">
              <a:off x="4704500" y="2450622"/>
              <a:ext cx="398100" cy="3450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252" name="Google Shape;1252;p28"/>
          <p:cNvGrpSpPr/>
          <p:nvPr/>
        </p:nvGrpSpPr>
        <p:grpSpPr>
          <a:xfrm>
            <a:off x="316436" y="-1052575"/>
            <a:ext cx="8677029" cy="6098323"/>
            <a:chOff x="316436" y="-1052575"/>
            <a:chExt cx="8677029" cy="6098323"/>
          </a:xfrm>
        </p:grpSpPr>
        <p:grpSp>
          <p:nvGrpSpPr>
            <p:cNvPr id="1253" name="Google Shape;1253;p28"/>
            <p:cNvGrpSpPr/>
            <p:nvPr/>
          </p:nvGrpSpPr>
          <p:grpSpPr>
            <a:xfrm rot="10800000">
              <a:off x="5237734" y="-1052575"/>
              <a:ext cx="3417803" cy="2444748"/>
              <a:chOff x="5222059" y="1707050"/>
              <a:chExt cx="3417803" cy="2444748"/>
            </a:xfrm>
          </p:grpSpPr>
          <p:grpSp>
            <p:nvGrpSpPr>
              <p:cNvPr id="1254" name="Google Shape;1254;p28"/>
              <p:cNvGrpSpPr/>
              <p:nvPr/>
            </p:nvGrpSpPr>
            <p:grpSpPr>
              <a:xfrm>
                <a:off x="6230684" y="2436004"/>
                <a:ext cx="1245819" cy="1079037"/>
                <a:chOff x="8022925" y="186250"/>
                <a:chExt cx="815700" cy="706500"/>
              </a:xfrm>
            </p:grpSpPr>
            <p:sp>
              <p:nvSpPr>
                <p:cNvPr id="1255" name="Google Shape;1255;p28"/>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56" name="Google Shape;1256;p28"/>
                <p:cNvSpPr/>
                <p:nvPr/>
              </p:nvSpPr>
              <p:spPr>
                <a:xfrm>
                  <a:off x="8066182" y="223764"/>
                  <a:ext cx="729300" cy="6315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57" name="Google Shape;1257;p28"/>
                <p:cNvSpPr/>
                <p:nvPr/>
              </p:nvSpPr>
              <p:spPr>
                <a:xfrm>
                  <a:off x="8240438" y="374705"/>
                  <a:ext cx="380700" cy="329700"/>
                </a:xfrm>
                <a:prstGeom prst="hexagon">
                  <a:avLst>
                    <a:gd name="adj" fmla="val 25000"/>
                    <a:gd name="vf" fmla="val 1154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258" name="Google Shape;1258;p28"/>
              <p:cNvGrpSpPr/>
              <p:nvPr/>
            </p:nvGrpSpPr>
            <p:grpSpPr>
              <a:xfrm>
                <a:off x="5222059" y="3089020"/>
                <a:ext cx="1008613" cy="873587"/>
                <a:chOff x="8022925" y="186250"/>
                <a:chExt cx="815700" cy="706500"/>
              </a:xfrm>
            </p:grpSpPr>
            <p:sp>
              <p:nvSpPr>
                <p:cNvPr id="1259" name="Google Shape;1259;p28"/>
                <p:cNvSpPr/>
                <p:nvPr/>
              </p:nvSpPr>
              <p:spPr>
                <a:xfrm>
                  <a:off x="8022925" y="186250"/>
                  <a:ext cx="815700" cy="7065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60" name="Google Shape;1260;p28"/>
                <p:cNvSpPr/>
                <p:nvPr/>
              </p:nvSpPr>
              <p:spPr>
                <a:xfrm>
                  <a:off x="8066182" y="223764"/>
                  <a:ext cx="729300" cy="631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261" name="Google Shape;1261;p28"/>
              <p:cNvGrpSpPr/>
              <p:nvPr/>
            </p:nvGrpSpPr>
            <p:grpSpPr>
              <a:xfrm>
                <a:off x="6286990" y="3642694"/>
                <a:ext cx="587793" cy="509104"/>
                <a:chOff x="8022925" y="186250"/>
                <a:chExt cx="815700" cy="706500"/>
              </a:xfrm>
            </p:grpSpPr>
            <p:sp>
              <p:nvSpPr>
                <p:cNvPr id="1262" name="Google Shape;1262;p28"/>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63" name="Google Shape;1263;p28"/>
                <p:cNvSpPr/>
                <p:nvPr/>
              </p:nvSpPr>
              <p:spPr>
                <a:xfrm>
                  <a:off x="8114217" y="265360"/>
                  <a:ext cx="633300" cy="5484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264" name="Google Shape;1264;p28"/>
              <p:cNvSpPr/>
              <p:nvPr/>
            </p:nvSpPr>
            <p:spPr>
              <a:xfrm>
                <a:off x="6178600" y="2924425"/>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265" name="Google Shape;1265;p28"/>
              <p:cNvGrpSpPr/>
              <p:nvPr/>
            </p:nvGrpSpPr>
            <p:grpSpPr>
              <a:xfrm>
                <a:off x="7766819" y="2597416"/>
                <a:ext cx="873044" cy="756167"/>
                <a:chOff x="8022925" y="186250"/>
                <a:chExt cx="815700" cy="706500"/>
              </a:xfrm>
            </p:grpSpPr>
            <p:sp>
              <p:nvSpPr>
                <p:cNvPr id="1266" name="Google Shape;1266;p28"/>
                <p:cNvSpPr/>
                <p:nvPr/>
              </p:nvSpPr>
              <p:spPr>
                <a:xfrm>
                  <a:off x="8022925" y="186250"/>
                  <a:ext cx="815700" cy="706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67" name="Google Shape;1267;p28"/>
                <p:cNvSpPr/>
                <p:nvPr/>
              </p:nvSpPr>
              <p:spPr>
                <a:xfrm>
                  <a:off x="8133718" y="282237"/>
                  <a:ext cx="594300" cy="514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68" name="Google Shape;1268;p28"/>
                <p:cNvSpPr/>
                <p:nvPr/>
              </p:nvSpPr>
              <p:spPr>
                <a:xfrm>
                  <a:off x="8240438" y="374705"/>
                  <a:ext cx="380700" cy="3297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269" name="Google Shape;1269;p28"/>
              <p:cNvSpPr/>
              <p:nvPr/>
            </p:nvSpPr>
            <p:spPr>
              <a:xfrm>
                <a:off x="7394176" y="3089024"/>
                <a:ext cx="457200" cy="3960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70" name="Google Shape;1270;p28"/>
              <p:cNvSpPr/>
              <p:nvPr/>
            </p:nvSpPr>
            <p:spPr>
              <a:xfrm>
                <a:off x="7570513" y="2571750"/>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71" name="Google Shape;1271;p28"/>
              <p:cNvSpPr/>
              <p:nvPr/>
            </p:nvSpPr>
            <p:spPr>
              <a:xfrm>
                <a:off x="7044827" y="3642703"/>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272" name="Google Shape;1272;p28"/>
              <p:cNvGrpSpPr/>
              <p:nvPr/>
            </p:nvGrpSpPr>
            <p:grpSpPr>
              <a:xfrm>
                <a:off x="6012275" y="1707050"/>
                <a:ext cx="1754544" cy="1381970"/>
                <a:chOff x="6012275" y="1707050"/>
                <a:chExt cx="1754544" cy="1381970"/>
              </a:xfrm>
            </p:grpSpPr>
            <p:grpSp>
              <p:nvGrpSpPr>
                <p:cNvPr id="1273" name="Google Shape;1273;p28"/>
                <p:cNvGrpSpPr/>
                <p:nvPr/>
              </p:nvGrpSpPr>
              <p:grpSpPr>
                <a:xfrm>
                  <a:off x="6012275" y="2285500"/>
                  <a:ext cx="1754544" cy="803520"/>
                  <a:chOff x="6012275" y="2285500"/>
                  <a:chExt cx="1754544" cy="803520"/>
                </a:xfrm>
              </p:grpSpPr>
              <p:cxnSp>
                <p:nvCxnSpPr>
                  <p:cNvPr id="1274" name="Google Shape;1274;p28"/>
                  <p:cNvCxnSpPr>
                    <a:stCxn id="1266" idx="3"/>
                  </p:cNvCxnSpPr>
                  <p:nvPr/>
                </p:nvCxnSpPr>
                <p:spPr>
                  <a:xfrm rot="10800000">
                    <a:off x="7612919" y="2975499"/>
                    <a:ext cx="153900" cy="0"/>
                  </a:xfrm>
                  <a:prstGeom prst="straightConnector1">
                    <a:avLst/>
                  </a:prstGeom>
                  <a:noFill/>
                  <a:ln w="9525" cap="flat" cmpd="sng">
                    <a:solidFill>
                      <a:schemeClr val="dk2"/>
                    </a:solidFill>
                    <a:prstDash val="solid"/>
                    <a:round/>
                    <a:headEnd type="none" w="med" len="med"/>
                    <a:tailEnd type="none" w="med" len="med"/>
                  </a:ln>
                </p:spPr>
              </p:cxnSp>
              <p:grpSp>
                <p:nvGrpSpPr>
                  <p:cNvPr id="1275" name="Google Shape;1275;p28"/>
                  <p:cNvGrpSpPr/>
                  <p:nvPr/>
                </p:nvGrpSpPr>
                <p:grpSpPr>
                  <a:xfrm>
                    <a:off x="6012275" y="2285500"/>
                    <a:ext cx="1603950" cy="803520"/>
                    <a:chOff x="6012275" y="2285500"/>
                    <a:chExt cx="1603950" cy="803520"/>
                  </a:xfrm>
                </p:grpSpPr>
                <p:cxnSp>
                  <p:nvCxnSpPr>
                    <p:cNvPr id="1276" name="Google Shape;1276;p28"/>
                    <p:cNvCxnSpPr/>
                    <p:nvPr/>
                  </p:nvCxnSpPr>
                  <p:spPr>
                    <a:xfrm rot="10800000">
                      <a:off x="7262825" y="2285500"/>
                      <a:ext cx="353400" cy="690000"/>
                    </a:xfrm>
                    <a:prstGeom prst="straightConnector1">
                      <a:avLst/>
                    </a:prstGeom>
                    <a:noFill/>
                    <a:ln w="9525" cap="flat" cmpd="sng">
                      <a:solidFill>
                        <a:schemeClr val="dk2"/>
                      </a:solidFill>
                      <a:prstDash val="solid"/>
                      <a:round/>
                      <a:headEnd type="none" w="med" len="med"/>
                      <a:tailEnd type="none" w="med" len="med"/>
                    </a:ln>
                  </p:spPr>
                </p:cxnSp>
                <p:cxnSp>
                  <p:nvCxnSpPr>
                    <p:cNvPr id="1277" name="Google Shape;1277;p28"/>
                    <p:cNvCxnSpPr/>
                    <p:nvPr/>
                  </p:nvCxnSpPr>
                  <p:spPr>
                    <a:xfrm rot="10800000">
                      <a:off x="6405500" y="2289200"/>
                      <a:ext cx="861000" cy="0"/>
                    </a:xfrm>
                    <a:prstGeom prst="straightConnector1">
                      <a:avLst/>
                    </a:prstGeom>
                    <a:noFill/>
                    <a:ln w="9525" cap="flat" cmpd="sng">
                      <a:solidFill>
                        <a:schemeClr val="dk2"/>
                      </a:solidFill>
                      <a:prstDash val="solid"/>
                      <a:round/>
                      <a:headEnd type="none" w="med" len="med"/>
                      <a:tailEnd type="none" w="med" len="med"/>
                    </a:ln>
                  </p:spPr>
                </p:cxnSp>
                <p:cxnSp>
                  <p:nvCxnSpPr>
                    <p:cNvPr id="1278" name="Google Shape;1278;p28"/>
                    <p:cNvCxnSpPr>
                      <a:stCxn id="1259" idx="5"/>
                    </p:cNvCxnSpPr>
                    <p:nvPr/>
                  </p:nvCxnSpPr>
                  <p:spPr>
                    <a:xfrm rot="10800000" flipH="1">
                      <a:off x="6012275" y="2285620"/>
                      <a:ext cx="395400" cy="803400"/>
                    </a:xfrm>
                    <a:prstGeom prst="straightConnector1">
                      <a:avLst/>
                    </a:prstGeom>
                    <a:noFill/>
                    <a:ln w="9525" cap="flat" cmpd="sng">
                      <a:solidFill>
                        <a:schemeClr val="dk2"/>
                      </a:solidFill>
                      <a:prstDash val="solid"/>
                      <a:round/>
                      <a:headEnd type="none" w="med" len="med"/>
                      <a:tailEnd type="none" w="med" len="med"/>
                    </a:ln>
                  </p:spPr>
                </p:cxnSp>
              </p:grpSp>
              <p:sp>
                <p:nvSpPr>
                  <p:cNvPr id="1279" name="Google Shape;1279;p28"/>
                  <p:cNvSpPr/>
                  <p:nvPr/>
                </p:nvSpPr>
                <p:spPr>
                  <a:xfrm>
                    <a:off x="7584350" y="2943050"/>
                    <a:ext cx="64800" cy="6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cxnSp>
              <p:nvCxnSpPr>
                <p:cNvPr id="1280" name="Google Shape;1280;p28"/>
                <p:cNvCxnSpPr/>
                <p:nvPr/>
              </p:nvCxnSpPr>
              <p:spPr>
                <a:xfrm rot="10800000" flipH="1">
                  <a:off x="7261350" y="1744525"/>
                  <a:ext cx="315600" cy="546300"/>
                </a:xfrm>
                <a:prstGeom prst="straightConnector1">
                  <a:avLst/>
                </a:prstGeom>
                <a:noFill/>
                <a:ln w="9525" cap="flat" cmpd="sng">
                  <a:solidFill>
                    <a:schemeClr val="dk2"/>
                  </a:solidFill>
                  <a:prstDash val="solid"/>
                  <a:round/>
                  <a:headEnd type="none" w="med" len="med"/>
                  <a:tailEnd type="none" w="med" len="med"/>
                </a:ln>
              </p:spPr>
            </p:cxnSp>
            <p:sp>
              <p:nvSpPr>
                <p:cNvPr id="1281" name="Google Shape;1281;p28"/>
                <p:cNvSpPr/>
                <p:nvPr/>
              </p:nvSpPr>
              <p:spPr>
                <a:xfrm>
                  <a:off x="7545125" y="1707050"/>
                  <a:ext cx="73500" cy="732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282" name="Google Shape;1282;p28"/>
              <p:cNvSpPr/>
              <p:nvPr/>
            </p:nvSpPr>
            <p:spPr>
              <a:xfrm>
                <a:off x="5975025" y="3049300"/>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283" name="Google Shape;1283;p28"/>
            <p:cNvGrpSpPr/>
            <p:nvPr/>
          </p:nvGrpSpPr>
          <p:grpSpPr>
            <a:xfrm rot="10800000">
              <a:off x="316436" y="3465111"/>
              <a:ext cx="1271591" cy="1580637"/>
              <a:chOff x="426827" y="-723871"/>
              <a:chExt cx="1271591" cy="1580637"/>
            </a:xfrm>
          </p:grpSpPr>
          <p:grpSp>
            <p:nvGrpSpPr>
              <p:cNvPr id="1284" name="Google Shape;1284;p28"/>
              <p:cNvGrpSpPr/>
              <p:nvPr/>
            </p:nvGrpSpPr>
            <p:grpSpPr>
              <a:xfrm>
                <a:off x="436759" y="-723871"/>
                <a:ext cx="1245819" cy="1079037"/>
                <a:chOff x="8022925" y="186250"/>
                <a:chExt cx="815700" cy="706500"/>
              </a:xfrm>
            </p:grpSpPr>
            <p:sp>
              <p:nvSpPr>
                <p:cNvPr id="1285" name="Google Shape;1285;p28"/>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86" name="Google Shape;1286;p28"/>
                <p:cNvSpPr/>
                <p:nvPr/>
              </p:nvSpPr>
              <p:spPr>
                <a:xfrm>
                  <a:off x="8066182" y="223764"/>
                  <a:ext cx="729300" cy="6315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87" name="Google Shape;1287;p28"/>
                <p:cNvSpPr/>
                <p:nvPr/>
              </p:nvSpPr>
              <p:spPr>
                <a:xfrm>
                  <a:off x="8355664" y="474499"/>
                  <a:ext cx="150300" cy="130200"/>
                </a:xfrm>
                <a:prstGeom prst="hexagon">
                  <a:avLst>
                    <a:gd name="adj" fmla="val 25000"/>
                    <a:gd name="vf" fmla="val 1154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cxnSp>
            <p:nvCxnSpPr>
              <p:cNvPr id="1288" name="Google Shape;1288;p28"/>
              <p:cNvCxnSpPr>
                <a:stCxn id="1285" idx="1"/>
              </p:cNvCxnSpPr>
              <p:nvPr/>
            </p:nvCxnSpPr>
            <p:spPr>
              <a:xfrm>
                <a:off x="1412818" y="355166"/>
                <a:ext cx="285600" cy="501600"/>
              </a:xfrm>
              <a:prstGeom prst="straightConnector1">
                <a:avLst/>
              </a:prstGeom>
              <a:noFill/>
              <a:ln w="9525" cap="flat" cmpd="sng">
                <a:solidFill>
                  <a:schemeClr val="dk2"/>
                </a:solidFill>
                <a:prstDash val="solid"/>
                <a:round/>
                <a:headEnd type="none" w="med" len="med"/>
                <a:tailEnd type="none" w="med" len="med"/>
              </a:ln>
            </p:spPr>
          </p:cxnSp>
          <p:sp>
            <p:nvSpPr>
              <p:cNvPr id="1289" name="Google Shape;1289;p28"/>
              <p:cNvSpPr/>
              <p:nvPr/>
            </p:nvSpPr>
            <p:spPr>
              <a:xfrm>
                <a:off x="426827" y="472928"/>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290" name="Google Shape;1290;p28"/>
            <p:cNvGrpSpPr/>
            <p:nvPr/>
          </p:nvGrpSpPr>
          <p:grpSpPr>
            <a:xfrm>
              <a:off x="7478488" y="3918741"/>
              <a:ext cx="1514976" cy="1058593"/>
              <a:chOff x="6487988" y="-321084"/>
              <a:chExt cx="1514976" cy="1058593"/>
            </a:xfrm>
          </p:grpSpPr>
          <p:grpSp>
            <p:nvGrpSpPr>
              <p:cNvPr id="1291" name="Google Shape;1291;p28"/>
              <p:cNvGrpSpPr/>
              <p:nvPr/>
            </p:nvGrpSpPr>
            <p:grpSpPr>
              <a:xfrm>
                <a:off x="6809206" y="-321084"/>
                <a:ext cx="873044" cy="756167"/>
                <a:chOff x="8022925" y="186250"/>
                <a:chExt cx="815700" cy="706500"/>
              </a:xfrm>
            </p:grpSpPr>
            <p:sp>
              <p:nvSpPr>
                <p:cNvPr id="1292" name="Google Shape;1292;p28"/>
                <p:cNvSpPr/>
                <p:nvPr/>
              </p:nvSpPr>
              <p:spPr>
                <a:xfrm>
                  <a:off x="8022925" y="186250"/>
                  <a:ext cx="815700" cy="706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3" name="Google Shape;1293;p28"/>
                <p:cNvSpPr/>
                <p:nvPr/>
              </p:nvSpPr>
              <p:spPr>
                <a:xfrm>
                  <a:off x="8133718" y="282237"/>
                  <a:ext cx="594300" cy="514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4" name="Google Shape;1294;p28"/>
                <p:cNvSpPr/>
                <p:nvPr/>
              </p:nvSpPr>
              <p:spPr>
                <a:xfrm>
                  <a:off x="8240438" y="374705"/>
                  <a:ext cx="380700" cy="3297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295" name="Google Shape;1295;p28"/>
              <p:cNvGrpSpPr/>
              <p:nvPr/>
            </p:nvGrpSpPr>
            <p:grpSpPr>
              <a:xfrm rot="10800000" flipH="1">
                <a:off x="6487988" y="89717"/>
                <a:ext cx="1514976" cy="647792"/>
                <a:chOff x="7297201" y="45061"/>
                <a:chExt cx="1514976" cy="647792"/>
              </a:xfrm>
            </p:grpSpPr>
            <p:sp>
              <p:nvSpPr>
                <p:cNvPr id="1296" name="Google Shape;1296;p28"/>
                <p:cNvSpPr/>
                <p:nvPr/>
              </p:nvSpPr>
              <p:spPr>
                <a:xfrm>
                  <a:off x="7297201" y="45061"/>
                  <a:ext cx="457200" cy="3960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7" name="Google Shape;1297;p28"/>
                <p:cNvSpPr/>
                <p:nvPr/>
              </p:nvSpPr>
              <p:spPr>
                <a:xfrm>
                  <a:off x="8047438" y="191925"/>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98" name="Google Shape;1298;p28"/>
                <p:cNvSpPr/>
                <p:nvPr/>
              </p:nvSpPr>
              <p:spPr>
                <a:xfrm>
                  <a:off x="8504977" y="426753"/>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1299"/>
        <p:cNvGrpSpPr/>
        <p:nvPr/>
      </p:nvGrpSpPr>
      <p:grpSpPr>
        <a:xfrm>
          <a:off x="0" y="0"/>
          <a:ext cx="0" cy="0"/>
          <a:chOff x="0" y="0"/>
          <a:chExt cx="0" cy="0"/>
        </a:xfrm>
      </p:grpSpPr>
      <p:grpSp>
        <p:nvGrpSpPr>
          <p:cNvPr id="1300" name="Google Shape;1300;p29"/>
          <p:cNvGrpSpPr/>
          <p:nvPr/>
        </p:nvGrpSpPr>
        <p:grpSpPr>
          <a:xfrm>
            <a:off x="-743048" y="-759400"/>
            <a:ext cx="10096486" cy="6881698"/>
            <a:chOff x="-743048" y="-759400"/>
            <a:chExt cx="10096486" cy="6881698"/>
          </a:xfrm>
        </p:grpSpPr>
        <p:grpSp>
          <p:nvGrpSpPr>
            <p:cNvPr id="1301" name="Google Shape;1301;p29"/>
            <p:cNvGrpSpPr/>
            <p:nvPr/>
          </p:nvGrpSpPr>
          <p:grpSpPr>
            <a:xfrm>
              <a:off x="1002234" y="3677550"/>
              <a:ext cx="3417803" cy="2444748"/>
              <a:chOff x="5222059" y="1707050"/>
              <a:chExt cx="3417803" cy="2444748"/>
            </a:xfrm>
          </p:grpSpPr>
          <p:grpSp>
            <p:nvGrpSpPr>
              <p:cNvPr id="1302" name="Google Shape;1302;p29"/>
              <p:cNvGrpSpPr/>
              <p:nvPr/>
            </p:nvGrpSpPr>
            <p:grpSpPr>
              <a:xfrm>
                <a:off x="6230684" y="2436004"/>
                <a:ext cx="1245819" cy="1079037"/>
                <a:chOff x="8022925" y="186250"/>
                <a:chExt cx="815700" cy="706500"/>
              </a:xfrm>
            </p:grpSpPr>
            <p:sp>
              <p:nvSpPr>
                <p:cNvPr id="1303" name="Google Shape;1303;p29"/>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4" name="Google Shape;1304;p29"/>
                <p:cNvSpPr/>
                <p:nvPr/>
              </p:nvSpPr>
              <p:spPr>
                <a:xfrm>
                  <a:off x="8066182" y="223764"/>
                  <a:ext cx="729300" cy="6315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5" name="Google Shape;1305;p29"/>
                <p:cNvSpPr/>
                <p:nvPr/>
              </p:nvSpPr>
              <p:spPr>
                <a:xfrm>
                  <a:off x="8240438" y="374705"/>
                  <a:ext cx="380700" cy="329700"/>
                </a:xfrm>
                <a:prstGeom prst="hexagon">
                  <a:avLst>
                    <a:gd name="adj" fmla="val 25000"/>
                    <a:gd name="vf" fmla="val 1154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06" name="Google Shape;1306;p29"/>
              <p:cNvGrpSpPr/>
              <p:nvPr/>
            </p:nvGrpSpPr>
            <p:grpSpPr>
              <a:xfrm>
                <a:off x="5222059" y="3089020"/>
                <a:ext cx="1008613" cy="873587"/>
                <a:chOff x="8022925" y="186250"/>
                <a:chExt cx="815700" cy="706500"/>
              </a:xfrm>
            </p:grpSpPr>
            <p:sp>
              <p:nvSpPr>
                <p:cNvPr id="1307" name="Google Shape;1307;p29"/>
                <p:cNvSpPr/>
                <p:nvPr/>
              </p:nvSpPr>
              <p:spPr>
                <a:xfrm>
                  <a:off x="8022925" y="186250"/>
                  <a:ext cx="815700" cy="7065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08" name="Google Shape;1308;p29"/>
                <p:cNvSpPr/>
                <p:nvPr/>
              </p:nvSpPr>
              <p:spPr>
                <a:xfrm>
                  <a:off x="8066182" y="223764"/>
                  <a:ext cx="729300" cy="631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09" name="Google Shape;1309;p29"/>
              <p:cNvGrpSpPr/>
              <p:nvPr/>
            </p:nvGrpSpPr>
            <p:grpSpPr>
              <a:xfrm>
                <a:off x="6286990" y="3642694"/>
                <a:ext cx="587793" cy="509104"/>
                <a:chOff x="8022925" y="186250"/>
                <a:chExt cx="815700" cy="706500"/>
              </a:xfrm>
            </p:grpSpPr>
            <p:sp>
              <p:nvSpPr>
                <p:cNvPr id="1310" name="Google Shape;1310;p29"/>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1" name="Google Shape;1311;p29"/>
                <p:cNvSpPr/>
                <p:nvPr/>
              </p:nvSpPr>
              <p:spPr>
                <a:xfrm>
                  <a:off x="8114217" y="265360"/>
                  <a:ext cx="633300" cy="5484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312" name="Google Shape;1312;p29"/>
              <p:cNvSpPr/>
              <p:nvPr/>
            </p:nvSpPr>
            <p:spPr>
              <a:xfrm>
                <a:off x="6178600" y="2924425"/>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313" name="Google Shape;1313;p29"/>
              <p:cNvGrpSpPr/>
              <p:nvPr/>
            </p:nvGrpSpPr>
            <p:grpSpPr>
              <a:xfrm>
                <a:off x="7766819" y="2597416"/>
                <a:ext cx="873044" cy="756167"/>
                <a:chOff x="8022925" y="186250"/>
                <a:chExt cx="815700" cy="706500"/>
              </a:xfrm>
            </p:grpSpPr>
            <p:sp>
              <p:nvSpPr>
                <p:cNvPr id="1314" name="Google Shape;1314;p29"/>
                <p:cNvSpPr/>
                <p:nvPr/>
              </p:nvSpPr>
              <p:spPr>
                <a:xfrm>
                  <a:off x="8022925" y="186250"/>
                  <a:ext cx="815700" cy="706500"/>
                </a:xfrm>
                <a:prstGeom prst="hexagon">
                  <a:avLst>
                    <a:gd name="adj" fmla="val 25000"/>
                    <a:gd name="vf" fmla="val 11547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5" name="Google Shape;1315;p29"/>
                <p:cNvSpPr/>
                <p:nvPr/>
              </p:nvSpPr>
              <p:spPr>
                <a:xfrm>
                  <a:off x="8133718" y="282237"/>
                  <a:ext cx="594300" cy="514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6" name="Google Shape;1316;p29"/>
                <p:cNvSpPr/>
                <p:nvPr/>
              </p:nvSpPr>
              <p:spPr>
                <a:xfrm>
                  <a:off x="8240438" y="374705"/>
                  <a:ext cx="380700" cy="3297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317" name="Google Shape;1317;p29"/>
              <p:cNvSpPr/>
              <p:nvPr/>
            </p:nvSpPr>
            <p:spPr>
              <a:xfrm>
                <a:off x="7394176" y="3089024"/>
                <a:ext cx="457200" cy="3960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8" name="Google Shape;1318;p29"/>
              <p:cNvSpPr/>
              <p:nvPr/>
            </p:nvSpPr>
            <p:spPr>
              <a:xfrm>
                <a:off x="7570513" y="2571750"/>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9" name="Google Shape;1319;p29"/>
              <p:cNvSpPr/>
              <p:nvPr/>
            </p:nvSpPr>
            <p:spPr>
              <a:xfrm>
                <a:off x="7044827" y="3642703"/>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320" name="Google Shape;1320;p29"/>
              <p:cNvGrpSpPr/>
              <p:nvPr/>
            </p:nvGrpSpPr>
            <p:grpSpPr>
              <a:xfrm>
                <a:off x="6012275" y="1707050"/>
                <a:ext cx="1754544" cy="1381970"/>
                <a:chOff x="6012275" y="1707050"/>
                <a:chExt cx="1754544" cy="1381970"/>
              </a:xfrm>
            </p:grpSpPr>
            <p:grpSp>
              <p:nvGrpSpPr>
                <p:cNvPr id="1321" name="Google Shape;1321;p29"/>
                <p:cNvGrpSpPr/>
                <p:nvPr/>
              </p:nvGrpSpPr>
              <p:grpSpPr>
                <a:xfrm>
                  <a:off x="6012275" y="2285500"/>
                  <a:ext cx="1754544" cy="803520"/>
                  <a:chOff x="6012275" y="2285500"/>
                  <a:chExt cx="1754544" cy="803520"/>
                </a:xfrm>
              </p:grpSpPr>
              <p:cxnSp>
                <p:nvCxnSpPr>
                  <p:cNvPr id="1322" name="Google Shape;1322;p29"/>
                  <p:cNvCxnSpPr>
                    <a:stCxn id="1314" idx="3"/>
                  </p:cNvCxnSpPr>
                  <p:nvPr/>
                </p:nvCxnSpPr>
                <p:spPr>
                  <a:xfrm rot="10800000">
                    <a:off x="7612919" y="2975499"/>
                    <a:ext cx="153900" cy="0"/>
                  </a:xfrm>
                  <a:prstGeom prst="straightConnector1">
                    <a:avLst/>
                  </a:prstGeom>
                  <a:noFill/>
                  <a:ln w="9525" cap="flat" cmpd="sng">
                    <a:solidFill>
                      <a:schemeClr val="dk2"/>
                    </a:solidFill>
                    <a:prstDash val="solid"/>
                    <a:round/>
                    <a:headEnd type="none" w="med" len="med"/>
                    <a:tailEnd type="none" w="med" len="med"/>
                  </a:ln>
                </p:spPr>
              </p:cxnSp>
              <p:grpSp>
                <p:nvGrpSpPr>
                  <p:cNvPr id="1323" name="Google Shape;1323;p29"/>
                  <p:cNvGrpSpPr/>
                  <p:nvPr/>
                </p:nvGrpSpPr>
                <p:grpSpPr>
                  <a:xfrm>
                    <a:off x="6012275" y="2285500"/>
                    <a:ext cx="1603950" cy="803520"/>
                    <a:chOff x="6012275" y="2285500"/>
                    <a:chExt cx="1603950" cy="803520"/>
                  </a:xfrm>
                </p:grpSpPr>
                <p:cxnSp>
                  <p:nvCxnSpPr>
                    <p:cNvPr id="1324" name="Google Shape;1324;p29"/>
                    <p:cNvCxnSpPr/>
                    <p:nvPr/>
                  </p:nvCxnSpPr>
                  <p:spPr>
                    <a:xfrm rot="10800000">
                      <a:off x="7262825" y="2285500"/>
                      <a:ext cx="353400" cy="690000"/>
                    </a:xfrm>
                    <a:prstGeom prst="straightConnector1">
                      <a:avLst/>
                    </a:prstGeom>
                    <a:noFill/>
                    <a:ln w="9525" cap="flat" cmpd="sng">
                      <a:solidFill>
                        <a:schemeClr val="dk2"/>
                      </a:solidFill>
                      <a:prstDash val="solid"/>
                      <a:round/>
                      <a:headEnd type="none" w="med" len="med"/>
                      <a:tailEnd type="none" w="med" len="med"/>
                    </a:ln>
                  </p:spPr>
                </p:cxnSp>
                <p:cxnSp>
                  <p:nvCxnSpPr>
                    <p:cNvPr id="1325" name="Google Shape;1325;p29"/>
                    <p:cNvCxnSpPr/>
                    <p:nvPr/>
                  </p:nvCxnSpPr>
                  <p:spPr>
                    <a:xfrm rot="10800000">
                      <a:off x="6405500" y="2289200"/>
                      <a:ext cx="861000" cy="0"/>
                    </a:xfrm>
                    <a:prstGeom prst="straightConnector1">
                      <a:avLst/>
                    </a:prstGeom>
                    <a:noFill/>
                    <a:ln w="9525" cap="flat" cmpd="sng">
                      <a:solidFill>
                        <a:schemeClr val="dk2"/>
                      </a:solidFill>
                      <a:prstDash val="solid"/>
                      <a:round/>
                      <a:headEnd type="none" w="med" len="med"/>
                      <a:tailEnd type="none" w="med" len="med"/>
                    </a:ln>
                  </p:spPr>
                </p:cxnSp>
                <p:cxnSp>
                  <p:nvCxnSpPr>
                    <p:cNvPr id="1326" name="Google Shape;1326;p29"/>
                    <p:cNvCxnSpPr>
                      <a:stCxn id="1307" idx="5"/>
                    </p:cNvCxnSpPr>
                    <p:nvPr/>
                  </p:nvCxnSpPr>
                  <p:spPr>
                    <a:xfrm rot="10800000" flipH="1">
                      <a:off x="6012275" y="2285620"/>
                      <a:ext cx="395400" cy="803400"/>
                    </a:xfrm>
                    <a:prstGeom prst="straightConnector1">
                      <a:avLst/>
                    </a:prstGeom>
                    <a:noFill/>
                    <a:ln w="9525" cap="flat" cmpd="sng">
                      <a:solidFill>
                        <a:schemeClr val="dk2"/>
                      </a:solidFill>
                      <a:prstDash val="solid"/>
                      <a:round/>
                      <a:headEnd type="none" w="med" len="med"/>
                      <a:tailEnd type="none" w="med" len="med"/>
                    </a:ln>
                  </p:spPr>
                </p:cxnSp>
              </p:grpSp>
              <p:sp>
                <p:nvSpPr>
                  <p:cNvPr id="1327" name="Google Shape;1327;p29"/>
                  <p:cNvSpPr/>
                  <p:nvPr/>
                </p:nvSpPr>
                <p:spPr>
                  <a:xfrm>
                    <a:off x="7584350" y="2943050"/>
                    <a:ext cx="64800" cy="6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cxnSp>
              <p:nvCxnSpPr>
                <p:cNvPr id="1328" name="Google Shape;1328;p29"/>
                <p:cNvCxnSpPr/>
                <p:nvPr/>
              </p:nvCxnSpPr>
              <p:spPr>
                <a:xfrm rot="10800000" flipH="1">
                  <a:off x="7261350" y="1744525"/>
                  <a:ext cx="315600" cy="546300"/>
                </a:xfrm>
                <a:prstGeom prst="straightConnector1">
                  <a:avLst/>
                </a:prstGeom>
                <a:noFill/>
                <a:ln w="9525" cap="flat" cmpd="sng">
                  <a:solidFill>
                    <a:schemeClr val="dk2"/>
                  </a:solidFill>
                  <a:prstDash val="solid"/>
                  <a:round/>
                  <a:headEnd type="none" w="med" len="med"/>
                  <a:tailEnd type="none" w="med" len="med"/>
                </a:ln>
              </p:spPr>
            </p:cxnSp>
            <p:sp>
              <p:nvSpPr>
                <p:cNvPr id="1329" name="Google Shape;1329;p29"/>
                <p:cNvSpPr/>
                <p:nvPr/>
              </p:nvSpPr>
              <p:spPr>
                <a:xfrm>
                  <a:off x="7545125" y="1707050"/>
                  <a:ext cx="73500" cy="732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330" name="Google Shape;1330;p29"/>
              <p:cNvSpPr/>
              <p:nvPr/>
            </p:nvSpPr>
            <p:spPr>
              <a:xfrm>
                <a:off x="5975025" y="3049300"/>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31" name="Google Shape;1331;p29"/>
            <p:cNvGrpSpPr/>
            <p:nvPr/>
          </p:nvGrpSpPr>
          <p:grpSpPr>
            <a:xfrm>
              <a:off x="-743048" y="-759400"/>
              <a:ext cx="2975798" cy="2392650"/>
              <a:chOff x="4418377" y="-851325"/>
              <a:chExt cx="2975798" cy="2392650"/>
            </a:xfrm>
          </p:grpSpPr>
          <p:grpSp>
            <p:nvGrpSpPr>
              <p:cNvPr id="1332" name="Google Shape;1332;p29"/>
              <p:cNvGrpSpPr/>
              <p:nvPr/>
            </p:nvGrpSpPr>
            <p:grpSpPr>
              <a:xfrm>
                <a:off x="4428309" y="-723871"/>
                <a:ext cx="1245819" cy="1079037"/>
                <a:chOff x="8022925" y="186250"/>
                <a:chExt cx="815700" cy="706500"/>
              </a:xfrm>
            </p:grpSpPr>
            <p:sp>
              <p:nvSpPr>
                <p:cNvPr id="1333" name="Google Shape;1333;p29"/>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4" name="Google Shape;1334;p29"/>
                <p:cNvSpPr/>
                <p:nvPr/>
              </p:nvSpPr>
              <p:spPr>
                <a:xfrm>
                  <a:off x="8066182" y="223764"/>
                  <a:ext cx="729300" cy="6315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5" name="Google Shape;1335;p29"/>
                <p:cNvSpPr/>
                <p:nvPr/>
              </p:nvSpPr>
              <p:spPr>
                <a:xfrm>
                  <a:off x="8355664" y="474499"/>
                  <a:ext cx="150300" cy="130200"/>
                </a:xfrm>
                <a:prstGeom prst="hexagon">
                  <a:avLst>
                    <a:gd name="adj" fmla="val 25000"/>
                    <a:gd name="vf" fmla="val 1154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36" name="Google Shape;1336;p29"/>
              <p:cNvGrpSpPr/>
              <p:nvPr/>
            </p:nvGrpSpPr>
            <p:grpSpPr>
              <a:xfrm>
                <a:off x="6360273" y="-338456"/>
                <a:ext cx="917499" cy="794671"/>
                <a:chOff x="8022925" y="186250"/>
                <a:chExt cx="815700" cy="706500"/>
              </a:xfrm>
            </p:grpSpPr>
            <p:sp>
              <p:nvSpPr>
                <p:cNvPr id="1337" name="Google Shape;1337;p29"/>
                <p:cNvSpPr/>
                <p:nvPr/>
              </p:nvSpPr>
              <p:spPr>
                <a:xfrm>
                  <a:off x="8022925" y="186250"/>
                  <a:ext cx="815700" cy="7065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8" name="Google Shape;1338;p29"/>
                <p:cNvSpPr/>
                <p:nvPr/>
              </p:nvSpPr>
              <p:spPr>
                <a:xfrm>
                  <a:off x="8169420" y="313166"/>
                  <a:ext cx="522900" cy="452700"/>
                </a:xfrm>
                <a:prstGeom prst="hexagon">
                  <a:avLst>
                    <a:gd name="adj" fmla="val 25000"/>
                    <a:gd name="vf" fmla="val 11547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39" name="Google Shape;1339;p29"/>
              <p:cNvGrpSpPr/>
              <p:nvPr/>
            </p:nvGrpSpPr>
            <p:grpSpPr>
              <a:xfrm>
                <a:off x="5548840" y="-8756"/>
                <a:ext cx="587793" cy="509104"/>
                <a:chOff x="8022925" y="186250"/>
                <a:chExt cx="815700" cy="706500"/>
              </a:xfrm>
            </p:grpSpPr>
            <p:sp>
              <p:nvSpPr>
                <p:cNvPr id="1340" name="Google Shape;1340;p29"/>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1" name="Google Shape;1341;p29"/>
                <p:cNvSpPr/>
                <p:nvPr/>
              </p:nvSpPr>
              <p:spPr>
                <a:xfrm>
                  <a:off x="8114217" y="265360"/>
                  <a:ext cx="633300" cy="5484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42" name="Google Shape;1342;p29"/>
              <p:cNvGrpSpPr/>
              <p:nvPr/>
            </p:nvGrpSpPr>
            <p:grpSpPr>
              <a:xfrm>
                <a:off x="6089765" y="600244"/>
                <a:ext cx="587793" cy="509104"/>
                <a:chOff x="8022925" y="186250"/>
                <a:chExt cx="815700" cy="706500"/>
              </a:xfrm>
            </p:grpSpPr>
            <p:sp>
              <p:nvSpPr>
                <p:cNvPr id="1343" name="Google Shape;1343;p29"/>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4" name="Google Shape;1344;p29"/>
                <p:cNvSpPr/>
                <p:nvPr/>
              </p:nvSpPr>
              <p:spPr>
                <a:xfrm>
                  <a:off x="8213302" y="351156"/>
                  <a:ext cx="435000" cy="3768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345" name="Google Shape;1345;p29"/>
              <p:cNvSpPr/>
              <p:nvPr/>
            </p:nvSpPr>
            <p:spPr>
              <a:xfrm>
                <a:off x="6499238" y="552125"/>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46" name="Google Shape;1346;p29"/>
              <p:cNvSpPr/>
              <p:nvPr/>
            </p:nvSpPr>
            <p:spPr>
              <a:xfrm>
                <a:off x="6053077" y="-723872"/>
                <a:ext cx="307200" cy="2661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47" name="Google Shape;1347;p29"/>
              <p:cNvCxnSpPr>
                <a:stCxn id="1333" idx="1"/>
              </p:cNvCxnSpPr>
              <p:nvPr/>
            </p:nvCxnSpPr>
            <p:spPr>
              <a:xfrm>
                <a:off x="5404368" y="355166"/>
                <a:ext cx="285600" cy="501600"/>
              </a:xfrm>
              <a:prstGeom prst="straightConnector1">
                <a:avLst/>
              </a:prstGeom>
              <a:noFill/>
              <a:ln w="9525" cap="flat" cmpd="sng">
                <a:solidFill>
                  <a:schemeClr val="dk2"/>
                </a:solidFill>
                <a:prstDash val="solid"/>
                <a:round/>
                <a:headEnd type="none" w="med" len="med"/>
                <a:tailEnd type="none" w="med" len="med"/>
              </a:ln>
            </p:spPr>
          </p:cxnSp>
          <p:cxnSp>
            <p:nvCxnSpPr>
              <p:cNvPr id="1348" name="Google Shape;1348;p29"/>
              <p:cNvCxnSpPr>
                <a:stCxn id="1343" idx="3"/>
              </p:cNvCxnSpPr>
              <p:nvPr/>
            </p:nvCxnSpPr>
            <p:spPr>
              <a:xfrm rot="10800000">
                <a:off x="5686565" y="854796"/>
                <a:ext cx="403200" cy="0"/>
              </a:xfrm>
              <a:prstGeom prst="straightConnector1">
                <a:avLst/>
              </a:prstGeom>
              <a:noFill/>
              <a:ln w="9525" cap="flat" cmpd="sng">
                <a:solidFill>
                  <a:schemeClr val="dk2"/>
                </a:solidFill>
                <a:prstDash val="solid"/>
                <a:round/>
                <a:headEnd type="none" w="med" len="med"/>
                <a:tailEnd type="none" w="med" len="med"/>
              </a:ln>
            </p:spPr>
          </p:cxnSp>
          <p:cxnSp>
            <p:nvCxnSpPr>
              <p:cNvPr id="1349" name="Google Shape;1349;p29"/>
              <p:cNvCxnSpPr>
                <a:stCxn id="1340" idx="0"/>
              </p:cNvCxnSpPr>
              <p:nvPr/>
            </p:nvCxnSpPr>
            <p:spPr>
              <a:xfrm>
                <a:off x="6136634" y="245796"/>
                <a:ext cx="154500" cy="0"/>
              </a:xfrm>
              <a:prstGeom prst="straightConnector1">
                <a:avLst/>
              </a:prstGeom>
              <a:noFill/>
              <a:ln w="9525" cap="flat" cmpd="sng">
                <a:solidFill>
                  <a:schemeClr val="dk2"/>
                </a:solidFill>
                <a:prstDash val="solid"/>
                <a:round/>
                <a:headEnd type="none" w="med" len="med"/>
                <a:tailEnd type="none" w="med" len="med"/>
              </a:ln>
            </p:spPr>
          </p:cxnSp>
          <p:cxnSp>
            <p:nvCxnSpPr>
              <p:cNvPr id="1350" name="Google Shape;1350;p29"/>
              <p:cNvCxnSpPr>
                <a:stCxn id="1337" idx="3"/>
              </p:cNvCxnSpPr>
              <p:nvPr/>
            </p:nvCxnSpPr>
            <p:spPr>
              <a:xfrm flipH="1">
                <a:off x="6287073" y="58880"/>
                <a:ext cx="73200" cy="187500"/>
              </a:xfrm>
              <a:prstGeom prst="straightConnector1">
                <a:avLst/>
              </a:prstGeom>
              <a:noFill/>
              <a:ln w="9525" cap="flat" cmpd="sng">
                <a:solidFill>
                  <a:schemeClr val="dk2"/>
                </a:solidFill>
                <a:prstDash val="solid"/>
                <a:round/>
                <a:headEnd type="none" w="med" len="med"/>
                <a:tailEnd type="none" w="med" len="med"/>
              </a:ln>
            </p:spPr>
          </p:cxnSp>
          <p:cxnSp>
            <p:nvCxnSpPr>
              <p:cNvPr id="1351" name="Google Shape;1351;p29"/>
              <p:cNvCxnSpPr>
                <a:stCxn id="1343" idx="1"/>
              </p:cNvCxnSpPr>
              <p:nvPr/>
            </p:nvCxnSpPr>
            <p:spPr>
              <a:xfrm>
                <a:off x="6550283" y="1109348"/>
                <a:ext cx="226200" cy="391800"/>
              </a:xfrm>
              <a:prstGeom prst="straightConnector1">
                <a:avLst/>
              </a:prstGeom>
              <a:noFill/>
              <a:ln w="9525" cap="flat" cmpd="sng">
                <a:solidFill>
                  <a:schemeClr val="dk2"/>
                </a:solidFill>
                <a:prstDash val="solid"/>
                <a:round/>
                <a:headEnd type="none" w="med" len="med"/>
                <a:tailEnd type="none" w="med" len="med"/>
              </a:ln>
            </p:spPr>
          </p:cxnSp>
          <p:sp>
            <p:nvSpPr>
              <p:cNvPr id="1352" name="Google Shape;1352;p29"/>
              <p:cNvSpPr/>
              <p:nvPr/>
            </p:nvSpPr>
            <p:spPr>
              <a:xfrm>
                <a:off x="6736425" y="146272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53" name="Google Shape;1353;p29"/>
              <p:cNvCxnSpPr>
                <a:stCxn id="1337" idx="5"/>
              </p:cNvCxnSpPr>
              <p:nvPr/>
            </p:nvCxnSpPr>
            <p:spPr>
              <a:xfrm rot="10800000" flipH="1">
                <a:off x="7079105" y="-816055"/>
                <a:ext cx="275700" cy="477600"/>
              </a:xfrm>
              <a:prstGeom prst="straightConnector1">
                <a:avLst/>
              </a:prstGeom>
              <a:noFill/>
              <a:ln w="9525" cap="flat" cmpd="sng">
                <a:solidFill>
                  <a:schemeClr val="dk2"/>
                </a:solidFill>
                <a:prstDash val="solid"/>
                <a:round/>
                <a:headEnd type="none" w="med" len="med"/>
                <a:tailEnd type="none" w="med" len="med"/>
              </a:ln>
            </p:spPr>
          </p:cxnSp>
          <p:sp>
            <p:nvSpPr>
              <p:cNvPr id="1354" name="Google Shape;1354;p29"/>
              <p:cNvSpPr/>
              <p:nvPr/>
            </p:nvSpPr>
            <p:spPr>
              <a:xfrm>
                <a:off x="7315575" y="-85132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55" name="Google Shape;1355;p29"/>
              <p:cNvSpPr/>
              <p:nvPr/>
            </p:nvSpPr>
            <p:spPr>
              <a:xfrm>
                <a:off x="4418377" y="472928"/>
                <a:ext cx="307200" cy="2661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56" name="Google Shape;1356;p29"/>
            <p:cNvGrpSpPr/>
            <p:nvPr/>
          </p:nvGrpSpPr>
          <p:grpSpPr>
            <a:xfrm>
              <a:off x="7508103" y="-733512"/>
              <a:ext cx="1845335" cy="2340875"/>
              <a:chOff x="7508103" y="-180450"/>
              <a:chExt cx="1845335" cy="2340875"/>
            </a:xfrm>
          </p:grpSpPr>
          <p:grpSp>
            <p:nvGrpSpPr>
              <p:cNvPr id="1357" name="Google Shape;1357;p29"/>
              <p:cNvGrpSpPr/>
              <p:nvPr/>
            </p:nvGrpSpPr>
            <p:grpSpPr>
              <a:xfrm>
                <a:off x="8109628" y="-180450"/>
                <a:ext cx="1128460" cy="989200"/>
                <a:chOff x="2136440" y="1592025"/>
                <a:chExt cx="1128460" cy="989200"/>
              </a:xfrm>
            </p:grpSpPr>
            <p:grpSp>
              <p:nvGrpSpPr>
                <p:cNvPr id="1358" name="Google Shape;1358;p29"/>
                <p:cNvGrpSpPr/>
                <p:nvPr/>
              </p:nvGrpSpPr>
              <p:grpSpPr>
                <a:xfrm rot="10800000">
                  <a:off x="2273907" y="2024002"/>
                  <a:ext cx="587793" cy="509104"/>
                  <a:chOff x="8022925" y="186250"/>
                  <a:chExt cx="815700" cy="706500"/>
                </a:xfrm>
              </p:grpSpPr>
              <p:sp>
                <p:nvSpPr>
                  <p:cNvPr id="1359" name="Google Shape;1359;p29"/>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60" name="Google Shape;1360;p29"/>
                  <p:cNvSpPr/>
                  <p:nvPr/>
                </p:nvSpPr>
                <p:spPr>
                  <a:xfrm>
                    <a:off x="8213302" y="351156"/>
                    <a:ext cx="435000" cy="3768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361" name="Google Shape;1361;p29"/>
                <p:cNvSpPr/>
                <p:nvPr/>
              </p:nvSpPr>
              <p:spPr>
                <a:xfrm rot="10800000">
                  <a:off x="2349928" y="2478925"/>
                  <a:ext cx="102300" cy="102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362" name="Google Shape;1362;p29"/>
                <p:cNvCxnSpPr>
                  <a:stCxn id="1359" idx="3"/>
                </p:cNvCxnSpPr>
                <p:nvPr/>
              </p:nvCxnSpPr>
              <p:spPr>
                <a:xfrm>
                  <a:off x="2861700" y="2278554"/>
                  <a:ext cx="403200" cy="0"/>
                </a:xfrm>
                <a:prstGeom prst="straightConnector1">
                  <a:avLst/>
                </a:prstGeom>
                <a:noFill/>
                <a:ln w="9525" cap="flat" cmpd="sng">
                  <a:solidFill>
                    <a:schemeClr val="dk2"/>
                  </a:solidFill>
                  <a:prstDash val="solid"/>
                  <a:round/>
                  <a:headEnd type="none" w="med" len="med"/>
                  <a:tailEnd type="none" w="med" len="med"/>
                </a:ln>
              </p:spPr>
            </p:cxnSp>
            <p:cxnSp>
              <p:nvCxnSpPr>
                <p:cNvPr id="1363" name="Google Shape;1363;p29"/>
                <p:cNvCxnSpPr>
                  <a:stCxn id="1359" idx="1"/>
                </p:cNvCxnSpPr>
                <p:nvPr/>
              </p:nvCxnSpPr>
              <p:spPr>
                <a:xfrm rot="10800000">
                  <a:off x="2174983" y="1632202"/>
                  <a:ext cx="226200" cy="391800"/>
                </a:xfrm>
                <a:prstGeom prst="straightConnector1">
                  <a:avLst/>
                </a:prstGeom>
                <a:noFill/>
                <a:ln w="9525" cap="flat" cmpd="sng">
                  <a:solidFill>
                    <a:schemeClr val="dk2"/>
                  </a:solidFill>
                  <a:prstDash val="solid"/>
                  <a:round/>
                  <a:headEnd type="none" w="med" len="med"/>
                  <a:tailEnd type="none" w="med" len="med"/>
                </a:ln>
              </p:spPr>
            </p:cxnSp>
            <p:sp>
              <p:nvSpPr>
                <p:cNvPr id="1364" name="Google Shape;1364;p29"/>
                <p:cNvSpPr/>
                <p:nvPr/>
              </p:nvSpPr>
              <p:spPr>
                <a:xfrm rot="10800000">
                  <a:off x="2136440" y="159202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65" name="Google Shape;1365;p29"/>
              <p:cNvGrpSpPr/>
              <p:nvPr/>
            </p:nvGrpSpPr>
            <p:grpSpPr>
              <a:xfrm>
                <a:off x="7508103" y="808752"/>
                <a:ext cx="1845335" cy="1351673"/>
                <a:chOff x="1557290" y="2633002"/>
                <a:chExt cx="1845335" cy="1351673"/>
              </a:xfrm>
            </p:grpSpPr>
            <p:grpSp>
              <p:nvGrpSpPr>
                <p:cNvPr id="1366" name="Google Shape;1366;p29"/>
                <p:cNvGrpSpPr/>
                <p:nvPr/>
              </p:nvGrpSpPr>
              <p:grpSpPr>
                <a:xfrm rot="10800000">
                  <a:off x="1673693" y="2677134"/>
                  <a:ext cx="917499" cy="794671"/>
                  <a:chOff x="8022925" y="186250"/>
                  <a:chExt cx="815700" cy="706500"/>
                </a:xfrm>
              </p:grpSpPr>
              <p:sp>
                <p:nvSpPr>
                  <p:cNvPr id="1367" name="Google Shape;1367;p29"/>
                  <p:cNvSpPr/>
                  <p:nvPr/>
                </p:nvSpPr>
                <p:spPr>
                  <a:xfrm>
                    <a:off x="8022925" y="186250"/>
                    <a:ext cx="815700" cy="706500"/>
                  </a:xfrm>
                  <a:prstGeom prst="hexagon">
                    <a:avLst>
                      <a:gd name="adj" fmla="val 25000"/>
                      <a:gd name="vf" fmla="val 115470"/>
                    </a:avLst>
                  </a:prstGeom>
                  <a:solidFill>
                    <a:srgbClr val="AFE0D9">
                      <a:alpha val="594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68" name="Google Shape;1368;p29"/>
                  <p:cNvSpPr/>
                  <p:nvPr/>
                </p:nvSpPr>
                <p:spPr>
                  <a:xfrm>
                    <a:off x="8169420" y="313166"/>
                    <a:ext cx="522900" cy="452700"/>
                  </a:xfrm>
                  <a:prstGeom prst="hexagon">
                    <a:avLst>
                      <a:gd name="adj" fmla="val 25000"/>
                      <a:gd name="vf" fmla="val 11547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369" name="Google Shape;1369;p29"/>
                <p:cNvGrpSpPr/>
                <p:nvPr/>
              </p:nvGrpSpPr>
              <p:grpSpPr>
                <a:xfrm rot="10800000">
                  <a:off x="2814832" y="2633002"/>
                  <a:ext cx="587793" cy="509104"/>
                  <a:chOff x="8022925" y="186250"/>
                  <a:chExt cx="815700" cy="706500"/>
                </a:xfrm>
              </p:grpSpPr>
              <p:sp>
                <p:nvSpPr>
                  <p:cNvPr id="1370" name="Google Shape;1370;p29"/>
                  <p:cNvSpPr/>
                  <p:nvPr/>
                </p:nvSpPr>
                <p:spPr>
                  <a:xfrm>
                    <a:off x="8022925" y="186250"/>
                    <a:ext cx="815700" cy="706500"/>
                  </a:xfrm>
                  <a:prstGeom prst="hexagon">
                    <a:avLst>
                      <a:gd name="adj" fmla="val 25000"/>
                      <a:gd name="vf" fmla="val 11547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71" name="Google Shape;1371;p29"/>
                  <p:cNvSpPr/>
                  <p:nvPr/>
                </p:nvSpPr>
                <p:spPr>
                  <a:xfrm>
                    <a:off x="8114217" y="265360"/>
                    <a:ext cx="633300" cy="548400"/>
                  </a:xfrm>
                  <a:prstGeom prst="hexagon">
                    <a:avLst>
                      <a:gd name="adj" fmla="val 25000"/>
                      <a:gd name="vf" fmla="val 11547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cxnSp>
              <p:nvCxnSpPr>
                <p:cNvPr id="1372" name="Google Shape;1372;p29"/>
                <p:cNvCxnSpPr>
                  <a:stCxn id="1370" idx="0"/>
                </p:cNvCxnSpPr>
                <p:nvPr/>
              </p:nvCxnSpPr>
              <p:spPr>
                <a:xfrm rot="10800000">
                  <a:off x="2660332" y="2887554"/>
                  <a:ext cx="154500" cy="0"/>
                </a:xfrm>
                <a:prstGeom prst="straightConnector1">
                  <a:avLst/>
                </a:prstGeom>
                <a:noFill/>
                <a:ln w="9525" cap="flat" cmpd="sng">
                  <a:solidFill>
                    <a:schemeClr val="dk2"/>
                  </a:solidFill>
                  <a:prstDash val="solid"/>
                  <a:round/>
                  <a:headEnd type="none" w="med" len="med"/>
                  <a:tailEnd type="none" w="med" len="med"/>
                </a:ln>
              </p:spPr>
            </p:cxnSp>
            <p:cxnSp>
              <p:nvCxnSpPr>
                <p:cNvPr id="1373" name="Google Shape;1373;p29"/>
                <p:cNvCxnSpPr>
                  <a:stCxn id="1367" idx="3"/>
                </p:cNvCxnSpPr>
                <p:nvPr/>
              </p:nvCxnSpPr>
              <p:spPr>
                <a:xfrm rot="10800000" flipH="1">
                  <a:off x="2591192" y="2886970"/>
                  <a:ext cx="73200" cy="187500"/>
                </a:xfrm>
                <a:prstGeom prst="straightConnector1">
                  <a:avLst/>
                </a:prstGeom>
                <a:noFill/>
                <a:ln w="9525" cap="flat" cmpd="sng">
                  <a:solidFill>
                    <a:schemeClr val="dk2"/>
                  </a:solidFill>
                  <a:prstDash val="solid"/>
                  <a:round/>
                  <a:headEnd type="none" w="med" len="med"/>
                  <a:tailEnd type="none" w="med" len="med"/>
                </a:ln>
              </p:spPr>
            </p:cxnSp>
            <p:cxnSp>
              <p:nvCxnSpPr>
                <p:cNvPr id="1374" name="Google Shape;1374;p29"/>
                <p:cNvCxnSpPr>
                  <a:stCxn id="1367" idx="5"/>
                </p:cNvCxnSpPr>
                <p:nvPr/>
              </p:nvCxnSpPr>
              <p:spPr>
                <a:xfrm flipH="1">
                  <a:off x="1596661" y="3471805"/>
                  <a:ext cx="275700" cy="477600"/>
                </a:xfrm>
                <a:prstGeom prst="straightConnector1">
                  <a:avLst/>
                </a:prstGeom>
                <a:noFill/>
                <a:ln w="9525" cap="flat" cmpd="sng">
                  <a:solidFill>
                    <a:schemeClr val="dk2"/>
                  </a:solidFill>
                  <a:prstDash val="solid"/>
                  <a:round/>
                  <a:headEnd type="none" w="med" len="med"/>
                  <a:tailEnd type="none" w="med" len="med"/>
                </a:ln>
              </p:spPr>
            </p:cxnSp>
            <p:sp>
              <p:nvSpPr>
                <p:cNvPr id="1375" name="Google Shape;1375;p29"/>
                <p:cNvSpPr/>
                <p:nvPr/>
              </p:nvSpPr>
              <p:spPr>
                <a:xfrm rot="10800000">
                  <a:off x="1557290" y="3906075"/>
                  <a:ext cx="78600" cy="78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1pPr>
            <a:lvl2pPr lvl="1"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2pPr>
            <a:lvl3pPr lvl="2"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3pPr>
            <a:lvl4pPr lvl="3"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4pPr>
            <a:lvl5pPr lvl="4"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5pPr>
            <a:lvl6pPr lvl="5"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6pPr>
            <a:lvl7pPr lvl="6"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7pPr>
            <a:lvl8pPr lvl="7"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8pPr>
            <a:lvl9pPr lvl="8"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1pPr>
            <a:lvl2pPr marL="914400" lvl="1"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2pPr>
            <a:lvl3pPr marL="1371600" lvl="2"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3pPr>
            <a:lvl4pPr marL="1828800" lvl="3"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4pPr>
            <a:lvl5pPr marL="2286000" lvl="4"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5pPr>
            <a:lvl6pPr marL="2743200" lvl="5"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6pPr>
            <a:lvl7pPr marL="3200400" lvl="6"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7pPr>
            <a:lvl8pPr marL="3657600" lvl="7"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8pPr>
            <a:lvl9pPr marL="4114800" lvl="8" indent="-317500">
              <a:lnSpc>
                <a:spcPct val="115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55" r:id="rId1"/>
    <p:sldLayoutId id="2147483658" r:id="rId2"/>
    <p:sldLayoutId id="2147483660" r:id="rId3"/>
    <p:sldLayoutId id="2147483668" r:id="rId4"/>
    <p:sldLayoutId id="2147483674" r:id="rId5"/>
    <p:sldLayoutId id="2147483675"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4"/>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F5E8E23B-4837-A199-C211-AF5159312CFD}"/>
              </a:ext>
            </a:extLst>
          </p:cNvPr>
          <p:cNvSpPr/>
          <p:nvPr/>
        </p:nvSpPr>
        <p:spPr>
          <a:xfrm>
            <a:off x="4800783" y="815161"/>
            <a:ext cx="4118546" cy="414017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435" name="Google Shape;1435;p37"/>
          <p:cNvSpPr txBox="1">
            <a:spLocks noGrp="1"/>
          </p:cNvSpPr>
          <p:nvPr>
            <p:ph type="title"/>
          </p:nvPr>
        </p:nvSpPr>
        <p:spPr>
          <a:xfrm>
            <a:off x="1611565" y="44018"/>
            <a:ext cx="6290375" cy="634499"/>
          </a:xfrm>
          <a:prstGeom prst="rect">
            <a:avLst/>
          </a:prstGeom>
        </p:spPr>
        <p:txBody>
          <a:bodyPr spcFirstLastPara="1" wrap="square" lIns="91425" tIns="91425" rIns="91425" bIns="91425" anchor="t" anchorCtr="0">
            <a:noAutofit/>
          </a:bodyPr>
          <a:lstStyle/>
          <a:p>
            <a:r>
              <a:rPr lang="en-IN" dirty="0">
                <a:solidFill>
                  <a:schemeClr val="bg1">
                    <a:lumMod val="10000"/>
                  </a:schemeClr>
                </a:solidFill>
              </a:rPr>
              <a:t>Lead-to-Delivery Funnel Analysis</a:t>
            </a:r>
            <a:br>
              <a:rPr lang="en-IN" dirty="0">
                <a:solidFill>
                  <a:schemeClr val="bg1">
                    <a:lumMod val="10000"/>
                  </a:schemeClr>
                </a:solidFill>
              </a:rPr>
            </a:br>
            <a:endParaRPr dirty="0">
              <a:solidFill>
                <a:schemeClr val="bg1">
                  <a:lumMod val="10000"/>
                </a:schemeClr>
              </a:solidFill>
            </a:endParaRPr>
          </a:p>
        </p:txBody>
      </p:sp>
      <p:sp>
        <p:nvSpPr>
          <p:cNvPr id="10" name="Rectangle: Rounded Corners 9">
            <a:extLst>
              <a:ext uri="{FF2B5EF4-FFF2-40B4-BE49-F238E27FC236}">
                <a16:creationId xmlns:a16="http://schemas.microsoft.com/office/drawing/2014/main" id="{DEC74342-D840-0387-3D68-3615D3EC820E}"/>
              </a:ext>
            </a:extLst>
          </p:cNvPr>
          <p:cNvSpPr/>
          <p:nvPr/>
        </p:nvSpPr>
        <p:spPr>
          <a:xfrm>
            <a:off x="129411" y="850923"/>
            <a:ext cx="4362643" cy="414017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436" name="Google Shape;1436;p37"/>
          <p:cNvSpPr txBox="1">
            <a:spLocks noGrp="1"/>
          </p:cNvSpPr>
          <p:nvPr>
            <p:ph type="subTitle" idx="1"/>
          </p:nvPr>
        </p:nvSpPr>
        <p:spPr>
          <a:xfrm>
            <a:off x="57268" y="1425526"/>
            <a:ext cx="4522535" cy="3173091"/>
          </a:xfrm>
          <a:prstGeom prst="rect">
            <a:avLst/>
          </a:prstGeom>
        </p:spPr>
        <p:txBody>
          <a:bodyPr spcFirstLastPara="1" wrap="square" lIns="91425" tIns="91425" rIns="91425" bIns="91425" anchor="t" anchorCtr="0">
            <a:noAutofit/>
          </a:bodyPr>
          <a:lstStyle/>
          <a:p>
            <a:pPr lvl="0">
              <a:lnSpc>
                <a:spcPct val="150000"/>
              </a:lnSpc>
              <a:buFont typeface="Wingdings" panose="05000000000000000000" pitchFamily="2" charset="2"/>
              <a:buChar char="§"/>
            </a:pPr>
            <a:r>
              <a:rPr lang="en-IN" dirty="0"/>
              <a:t>The Overall  </a:t>
            </a:r>
            <a:r>
              <a:rPr lang="en-IN" b="1" dirty="0"/>
              <a:t>Conversion Rate</a:t>
            </a:r>
            <a:r>
              <a:rPr lang="en-IN" dirty="0"/>
              <a:t> from </a:t>
            </a:r>
          </a:p>
          <a:p>
            <a:pPr>
              <a:lnSpc>
                <a:spcPct val="150000"/>
              </a:lnSpc>
            </a:pPr>
            <a:r>
              <a:rPr lang="en-IN" dirty="0"/>
              <a:t>        Leads </a:t>
            </a:r>
            <a:r>
              <a:rPr lang="en-IN" dirty="0">
                <a:solidFill>
                  <a:srgbClr val="FF0000"/>
                </a:solidFill>
              </a:rPr>
              <a:t>—&gt;</a:t>
            </a:r>
            <a:r>
              <a:rPr lang="en-IN" dirty="0"/>
              <a:t> pre-booking </a:t>
            </a:r>
            <a:r>
              <a:rPr lang="en-IN" dirty="0">
                <a:solidFill>
                  <a:srgbClr val="FF0000"/>
                </a:solidFill>
              </a:rPr>
              <a:t>—&gt;</a:t>
            </a:r>
            <a:r>
              <a:rPr lang="en-IN" dirty="0">
                <a:solidFill>
                  <a:schemeClr val="tx2">
                    <a:lumMod val="60000"/>
                    <a:lumOff val="40000"/>
                  </a:schemeClr>
                </a:solidFill>
              </a:rPr>
              <a:t> </a:t>
            </a:r>
            <a:r>
              <a:rPr lang="en-IN" dirty="0"/>
              <a:t>Booking </a:t>
            </a:r>
            <a:r>
              <a:rPr lang="en-IN" dirty="0">
                <a:solidFill>
                  <a:srgbClr val="FF0000"/>
                </a:solidFill>
              </a:rPr>
              <a:t>—&gt;</a:t>
            </a:r>
            <a:r>
              <a:rPr lang="en-IN" dirty="0">
                <a:solidFill>
                  <a:schemeClr val="tx2">
                    <a:lumMod val="60000"/>
                    <a:lumOff val="40000"/>
                  </a:schemeClr>
                </a:solidFill>
              </a:rPr>
              <a:t> </a:t>
            </a:r>
            <a:r>
              <a:rPr lang="en-IN" dirty="0"/>
              <a:t>Delivery </a:t>
            </a:r>
          </a:p>
          <a:p>
            <a:pPr>
              <a:lnSpc>
                <a:spcPct val="150000"/>
              </a:lnSpc>
            </a:pPr>
            <a:r>
              <a:rPr lang="en-IN" dirty="0"/>
              <a:t>        is around </a:t>
            </a:r>
            <a:r>
              <a:rPr lang="en-IN" b="1" dirty="0"/>
              <a:t>80% </a:t>
            </a:r>
            <a:r>
              <a:rPr lang="en-IN" dirty="0"/>
              <a:t>and conversion from prebooking to booking is </a:t>
            </a:r>
            <a:r>
              <a:rPr lang="en-IN" b="1" dirty="0"/>
              <a:t>100%</a:t>
            </a:r>
            <a:r>
              <a:rPr lang="en-IN" dirty="0"/>
              <a:t>.</a:t>
            </a:r>
          </a:p>
          <a:p>
            <a:pPr>
              <a:lnSpc>
                <a:spcPct val="150000"/>
              </a:lnSpc>
              <a:buFont typeface="Wingdings" panose="05000000000000000000" pitchFamily="2" charset="2"/>
              <a:buChar char="§"/>
            </a:pPr>
            <a:r>
              <a:rPr lang="en-IN" dirty="0"/>
              <a:t>The TAT(Turnaround Time) at different stages is </a:t>
            </a:r>
            <a:r>
              <a:rPr lang="en-IN" b="1" dirty="0"/>
              <a:t>3 days</a:t>
            </a:r>
            <a:r>
              <a:rPr lang="en-IN" dirty="0"/>
              <a:t> in Pre-Booking and Booking and </a:t>
            </a:r>
            <a:r>
              <a:rPr lang="en-IN" b="1" dirty="0"/>
              <a:t>4-5 days</a:t>
            </a:r>
            <a:r>
              <a:rPr lang="en-IN" dirty="0"/>
              <a:t> in Delivery.</a:t>
            </a:r>
          </a:p>
          <a:p>
            <a:pPr>
              <a:lnSpc>
                <a:spcPct val="150000"/>
              </a:lnSpc>
              <a:buFont typeface="Wingdings" panose="05000000000000000000" pitchFamily="2" charset="2"/>
              <a:buChar char="§"/>
            </a:pPr>
            <a:r>
              <a:rPr lang="en-IN" b="1" dirty="0"/>
              <a:t>Detractors</a:t>
            </a:r>
            <a:r>
              <a:rPr lang="en-IN" dirty="0"/>
              <a:t> (ratings below 7) are the primary area of concern, accounting for approximately </a:t>
            </a:r>
            <a:r>
              <a:rPr lang="en-IN" b="1" dirty="0"/>
              <a:t>50%</a:t>
            </a:r>
            <a:r>
              <a:rPr lang="en-IN" dirty="0"/>
              <a:t> of the total responses.</a:t>
            </a:r>
          </a:p>
          <a:p>
            <a:pPr>
              <a:lnSpc>
                <a:spcPct val="150000"/>
              </a:lnSpc>
            </a:pPr>
            <a:endParaRPr lang="en-IN" dirty="0"/>
          </a:p>
          <a:p>
            <a:pPr marL="0" lvl="0" indent="0" algn="l" rtl="0">
              <a:lnSpc>
                <a:spcPct val="150000"/>
              </a:lnSpc>
              <a:spcBef>
                <a:spcPts val="0"/>
              </a:spcBef>
              <a:spcAft>
                <a:spcPts val="0"/>
              </a:spcAft>
              <a:buNone/>
            </a:pPr>
            <a:endParaRPr dirty="0"/>
          </a:p>
        </p:txBody>
      </p:sp>
      <p:sp>
        <p:nvSpPr>
          <p:cNvPr id="1439" name="Google Shape;1439;p37"/>
          <p:cNvSpPr txBox="1">
            <a:spLocks noGrp="1"/>
          </p:cNvSpPr>
          <p:nvPr>
            <p:ph type="subTitle" idx="4"/>
          </p:nvPr>
        </p:nvSpPr>
        <p:spPr>
          <a:xfrm>
            <a:off x="1438452" y="911313"/>
            <a:ext cx="2983320" cy="53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solidFill>
                  <a:schemeClr val="bg1">
                    <a:lumMod val="50000"/>
                  </a:schemeClr>
                </a:solidFill>
              </a:rPr>
              <a:t>Key Insights</a:t>
            </a:r>
            <a:endParaRPr dirty="0">
              <a:solidFill>
                <a:schemeClr val="bg1">
                  <a:lumMod val="50000"/>
                </a:schemeClr>
              </a:solidFill>
            </a:endParaRPr>
          </a:p>
        </p:txBody>
      </p:sp>
      <p:sp>
        <p:nvSpPr>
          <p:cNvPr id="13" name="TextBox 12">
            <a:extLst>
              <a:ext uri="{FF2B5EF4-FFF2-40B4-BE49-F238E27FC236}">
                <a16:creationId xmlns:a16="http://schemas.microsoft.com/office/drawing/2014/main" id="{8A90F92E-368E-6DC5-2094-D803C4286A87}"/>
              </a:ext>
            </a:extLst>
          </p:cNvPr>
          <p:cNvSpPr txBox="1"/>
          <p:nvPr/>
        </p:nvSpPr>
        <p:spPr>
          <a:xfrm>
            <a:off x="4975990" y="1369549"/>
            <a:ext cx="3855590" cy="698717"/>
          </a:xfrm>
          <a:prstGeom prst="rect">
            <a:avLst/>
          </a:prstGeom>
          <a:noFill/>
        </p:spPr>
        <p:txBody>
          <a:bodyPr wrap="square">
            <a:spAutoFit/>
          </a:bodyPr>
          <a:lstStyle/>
          <a:p>
            <a:pPr>
              <a:lnSpc>
                <a:spcPct val="150000"/>
              </a:lnSpc>
              <a:buFont typeface="Wingdings" panose="05000000000000000000" pitchFamily="2" charset="2"/>
              <a:buChar char="§"/>
            </a:pPr>
            <a:r>
              <a:rPr lang="en-IN" b="1" dirty="0"/>
              <a:t>Price</a:t>
            </a:r>
            <a:r>
              <a:rPr lang="en-IN" dirty="0"/>
              <a:t> and </a:t>
            </a:r>
            <a:r>
              <a:rPr lang="en-IN" b="1" dirty="0"/>
              <a:t>Financing issue</a:t>
            </a:r>
            <a:r>
              <a:rPr lang="en-IN" dirty="0"/>
              <a:t> both are approx. </a:t>
            </a:r>
            <a:r>
              <a:rPr lang="en-IN" b="1" dirty="0"/>
              <a:t>45%</a:t>
            </a:r>
            <a:r>
              <a:rPr lang="en-IN" dirty="0"/>
              <a:t> of reason for Cancellation.</a:t>
            </a:r>
          </a:p>
        </p:txBody>
      </p:sp>
      <p:sp>
        <p:nvSpPr>
          <p:cNvPr id="14" name="Google Shape;1585;p45">
            <a:extLst>
              <a:ext uri="{FF2B5EF4-FFF2-40B4-BE49-F238E27FC236}">
                <a16:creationId xmlns:a16="http://schemas.microsoft.com/office/drawing/2014/main" id="{3394EE51-5CDF-3DFD-5888-2C53A596F2A0}"/>
              </a:ext>
            </a:extLst>
          </p:cNvPr>
          <p:cNvSpPr txBox="1">
            <a:spLocks/>
          </p:cNvSpPr>
          <p:nvPr/>
        </p:nvSpPr>
        <p:spPr>
          <a:xfrm>
            <a:off x="6038760" y="874369"/>
            <a:ext cx="2701380" cy="6103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rchivo"/>
              <a:buNone/>
              <a:defRPr sz="3000" b="1" i="0" u="none" strike="noStrike" cap="none">
                <a:solidFill>
                  <a:schemeClr val="dk1"/>
                </a:solidFill>
                <a:latin typeface="Archivo"/>
                <a:ea typeface="Archivo"/>
                <a:cs typeface="Archivo"/>
                <a:sym typeface="Archivo"/>
              </a:defRPr>
            </a:lvl1pPr>
            <a:lvl2pPr marR="0" lvl="1" algn="l" rtl="0">
              <a:lnSpc>
                <a:spcPct val="100000"/>
              </a:lnSpc>
              <a:spcBef>
                <a:spcPts val="0"/>
              </a:spcBef>
              <a:spcAft>
                <a:spcPts val="0"/>
              </a:spcAft>
              <a:buClr>
                <a:schemeClr val="dk1"/>
              </a:buClr>
              <a:buSzPts val="3000"/>
              <a:buFont typeface="Archivo"/>
              <a:buNone/>
              <a:defRPr sz="3000" b="1" i="0" u="none" strike="noStrike" cap="none">
                <a:solidFill>
                  <a:schemeClr val="dk1"/>
                </a:solidFill>
                <a:latin typeface="Archivo"/>
                <a:ea typeface="Archivo"/>
                <a:cs typeface="Archivo"/>
                <a:sym typeface="Archivo"/>
              </a:defRPr>
            </a:lvl2pPr>
            <a:lvl3pPr marR="0" lvl="2" algn="l" rtl="0">
              <a:lnSpc>
                <a:spcPct val="100000"/>
              </a:lnSpc>
              <a:spcBef>
                <a:spcPts val="0"/>
              </a:spcBef>
              <a:spcAft>
                <a:spcPts val="0"/>
              </a:spcAft>
              <a:buClr>
                <a:schemeClr val="dk1"/>
              </a:buClr>
              <a:buSzPts val="3000"/>
              <a:buFont typeface="Archivo"/>
              <a:buNone/>
              <a:defRPr sz="3000" b="1" i="0" u="none" strike="noStrike" cap="none">
                <a:solidFill>
                  <a:schemeClr val="dk1"/>
                </a:solidFill>
                <a:latin typeface="Archivo"/>
                <a:ea typeface="Archivo"/>
                <a:cs typeface="Archivo"/>
                <a:sym typeface="Archivo"/>
              </a:defRPr>
            </a:lvl3pPr>
            <a:lvl4pPr marR="0" lvl="3" algn="l" rtl="0">
              <a:lnSpc>
                <a:spcPct val="100000"/>
              </a:lnSpc>
              <a:spcBef>
                <a:spcPts val="0"/>
              </a:spcBef>
              <a:spcAft>
                <a:spcPts val="0"/>
              </a:spcAft>
              <a:buClr>
                <a:schemeClr val="dk1"/>
              </a:buClr>
              <a:buSzPts val="3000"/>
              <a:buFont typeface="Archivo"/>
              <a:buNone/>
              <a:defRPr sz="3000" b="1" i="0" u="none" strike="noStrike" cap="none">
                <a:solidFill>
                  <a:schemeClr val="dk1"/>
                </a:solidFill>
                <a:latin typeface="Archivo"/>
                <a:ea typeface="Archivo"/>
                <a:cs typeface="Archivo"/>
                <a:sym typeface="Archivo"/>
              </a:defRPr>
            </a:lvl4pPr>
            <a:lvl5pPr marR="0" lvl="4" algn="l" rtl="0">
              <a:lnSpc>
                <a:spcPct val="100000"/>
              </a:lnSpc>
              <a:spcBef>
                <a:spcPts val="0"/>
              </a:spcBef>
              <a:spcAft>
                <a:spcPts val="0"/>
              </a:spcAft>
              <a:buClr>
                <a:schemeClr val="dk1"/>
              </a:buClr>
              <a:buSzPts val="3000"/>
              <a:buFont typeface="Archivo"/>
              <a:buNone/>
              <a:defRPr sz="3000" b="1" i="0" u="none" strike="noStrike" cap="none">
                <a:solidFill>
                  <a:schemeClr val="dk1"/>
                </a:solidFill>
                <a:latin typeface="Archivo"/>
                <a:ea typeface="Archivo"/>
                <a:cs typeface="Archivo"/>
                <a:sym typeface="Archivo"/>
              </a:defRPr>
            </a:lvl5pPr>
            <a:lvl6pPr marR="0" lvl="5" algn="l" rtl="0">
              <a:lnSpc>
                <a:spcPct val="100000"/>
              </a:lnSpc>
              <a:spcBef>
                <a:spcPts val="0"/>
              </a:spcBef>
              <a:spcAft>
                <a:spcPts val="0"/>
              </a:spcAft>
              <a:buClr>
                <a:schemeClr val="dk1"/>
              </a:buClr>
              <a:buSzPts val="3000"/>
              <a:buFont typeface="Archivo"/>
              <a:buNone/>
              <a:defRPr sz="3000" b="1" i="0" u="none" strike="noStrike" cap="none">
                <a:solidFill>
                  <a:schemeClr val="dk1"/>
                </a:solidFill>
                <a:latin typeface="Archivo"/>
                <a:ea typeface="Archivo"/>
                <a:cs typeface="Archivo"/>
                <a:sym typeface="Archivo"/>
              </a:defRPr>
            </a:lvl6pPr>
            <a:lvl7pPr marR="0" lvl="6" algn="l" rtl="0">
              <a:lnSpc>
                <a:spcPct val="100000"/>
              </a:lnSpc>
              <a:spcBef>
                <a:spcPts val="0"/>
              </a:spcBef>
              <a:spcAft>
                <a:spcPts val="0"/>
              </a:spcAft>
              <a:buClr>
                <a:schemeClr val="dk1"/>
              </a:buClr>
              <a:buSzPts val="3000"/>
              <a:buFont typeface="Archivo"/>
              <a:buNone/>
              <a:defRPr sz="3000" b="1" i="0" u="none" strike="noStrike" cap="none">
                <a:solidFill>
                  <a:schemeClr val="dk1"/>
                </a:solidFill>
                <a:latin typeface="Archivo"/>
                <a:ea typeface="Archivo"/>
                <a:cs typeface="Archivo"/>
                <a:sym typeface="Archivo"/>
              </a:defRPr>
            </a:lvl7pPr>
            <a:lvl8pPr marR="0" lvl="7" algn="l" rtl="0">
              <a:lnSpc>
                <a:spcPct val="100000"/>
              </a:lnSpc>
              <a:spcBef>
                <a:spcPts val="0"/>
              </a:spcBef>
              <a:spcAft>
                <a:spcPts val="0"/>
              </a:spcAft>
              <a:buClr>
                <a:schemeClr val="dk1"/>
              </a:buClr>
              <a:buSzPts val="3000"/>
              <a:buFont typeface="Archivo"/>
              <a:buNone/>
              <a:defRPr sz="3000" b="1" i="0" u="none" strike="noStrike" cap="none">
                <a:solidFill>
                  <a:schemeClr val="dk1"/>
                </a:solidFill>
                <a:latin typeface="Archivo"/>
                <a:ea typeface="Archivo"/>
                <a:cs typeface="Archivo"/>
                <a:sym typeface="Archivo"/>
              </a:defRPr>
            </a:lvl8pPr>
            <a:lvl9pPr marR="0" lvl="8" algn="l" rtl="0">
              <a:lnSpc>
                <a:spcPct val="100000"/>
              </a:lnSpc>
              <a:spcBef>
                <a:spcPts val="0"/>
              </a:spcBef>
              <a:spcAft>
                <a:spcPts val="0"/>
              </a:spcAft>
              <a:buClr>
                <a:schemeClr val="dk1"/>
              </a:buClr>
              <a:buSzPts val="3000"/>
              <a:buFont typeface="Archivo"/>
              <a:buNone/>
              <a:defRPr sz="3000" b="1" i="0" u="none" strike="noStrike" cap="none">
                <a:solidFill>
                  <a:schemeClr val="dk1"/>
                </a:solidFill>
                <a:latin typeface="Archivo"/>
                <a:ea typeface="Archivo"/>
                <a:cs typeface="Archivo"/>
                <a:sym typeface="Archivo"/>
              </a:defRPr>
            </a:lvl9pPr>
          </a:lstStyle>
          <a:p>
            <a:r>
              <a:rPr lang="en-IN" sz="2000" dirty="0">
                <a:solidFill>
                  <a:schemeClr val="bg1">
                    <a:lumMod val="50000"/>
                  </a:schemeClr>
                </a:solidFill>
              </a:rPr>
              <a:t>Cancellations</a:t>
            </a:r>
          </a:p>
        </p:txBody>
      </p:sp>
      <p:pic>
        <p:nvPicPr>
          <p:cNvPr id="15" name="Picture 14">
            <a:extLst>
              <a:ext uri="{FF2B5EF4-FFF2-40B4-BE49-F238E27FC236}">
                <a16:creationId xmlns:a16="http://schemas.microsoft.com/office/drawing/2014/main" id="{C585D75E-192A-8453-CEB0-081E21D08F52}"/>
              </a:ext>
            </a:extLst>
          </p:cNvPr>
          <p:cNvPicPr>
            <a:picLocks noChangeAspect="1"/>
          </p:cNvPicPr>
          <p:nvPr/>
        </p:nvPicPr>
        <p:blipFill>
          <a:blip r:embed="rId3"/>
          <a:stretch>
            <a:fillRect/>
          </a:stretch>
        </p:blipFill>
        <p:spPr>
          <a:xfrm>
            <a:off x="4498199" y="2193605"/>
            <a:ext cx="4851909" cy="2744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0E6ABF6-B38D-6AF8-D314-63DC15340B88}"/>
              </a:ext>
            </a:extLst>
          </p:cNvPr>
          <p:cNvSpPr/>
          <p:nvPr/>
        </p:nvSpPr>
        <p:spPr>
          <a:xfrm>
            <a:off x="4863737" y="2363699"/>
            <a:ext cx="4094337" cy="251697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9B8C9C21-1301-56F4-9699-B452102C2523}"/>
              </a:ext>
            </a:extLst>
          </p:cNvPr>
          <p:cNvSpPr txBox="1"/>
          <p:nvPr/>
        </p:nvSpPr>
        <p:spPr>
          <a:xfrm>
            <a:off x="5044297" y="2788368"/>
            <a:ext cx="3803519" cy="2092304"/>
          </a:xfrm>
          <a:prstGeom prst="rect">
            <a:avLst/>
          </a:prstGeom>
          <a:noFill/>
        </p:spPr>
        <p:txBody>
          <a:bodyPr wrap="square">
            <a:spAutoFit/>
          </a:bodyPr>
          <a:lstStyle/>
          <a:p>
            <a:pPr>
              <a:lnSpc>
                <a:spcPct val="150000"/>
              </a:lnSpc>
            </a:pPr>
            <a:r>
              <a:rPr lang="en-IN" sz="1100" dirty="0"/>
              <a:t>Lead cancellations are high at</a:t>
            </a:r>
            <a:r>
              <a:rPr lang="en-IN" sz="1100" b="1" dirty="0"/>
              <a:t> 27.1%</a:t>
            </a:r>
            <a:r>
              <a:rPr lang="en-IN" sz="1100" dirty="0"/>
              <a:t>, mainly due to price, financing, and model availability. Cold leads often cancel, while hot leads seldom do. Mumbai MBC performs the best, and Delhi MBC performs the worst. Delivery takes the longest time. The average customer rating is</a:t>
            </a:r>
            <a:r>
              <a:rPr lang="en-IN" sz="1100" b="1" dirty="0"/>
              <a:t> 4.85</a:t>
            </a:r>
            <a:r>
              <a:rPr lang="en-IN" sz="1100" dirty="0"/>
              <a:t>. To improve conversion and satisfaction, focus on pricing, financing, and delivery.</a:t>
            </a:r>
          </a:p>
          <a:p>
            <a:pPr>
              <a:lnSpc>
                <a:spcPct val="150000"/>
              </a:lnSpc>
              <a:buFont typeface="Wingdings" panose="05000000000000000000" pitchFamily="2" charset="2"/>
              <a:buChar char="§"/>
            </a:pPr>
            <a:endParaRPr lang="en-IN" sz="1100" dirty="0"/>
          </a:p>
        </p:txBody>
      </p:sp>
      <p:sp>
        <p:nvSpPr>
          <p:cNvPr id="18" name="Google Shape;1585;p45">
            <a:extLst>
              <a:ext uri="{FF2B5EF4-FFF2-40B4-BE49-F238E27FC236}">
                <a16:creationId xmlns:a16="http://schemas.microsoft.com/office/drawing/2014/main" id="{DA36823E-BA3D-73EF-B83F-848D7070A3E9}"/>
              </a:ext>
            </a:extLst>
          </p:cNvPr>
          <p:cNvSpPr txBox="1">
            <a:spLocks noGrp="1"/>
          </p:cNvSpPr>
          <p:nvPr>
            <p:ph type="title"/>
          </p:nvPr>
        </p:nvSpPr>
        <p:spPr>
          <a:xfrm>
            <a:off x="5982714" y="2258793"/>
            <a:ext cx="1965613" cy="52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2800" b="0" dirty="0"/>
              <a:t>Summary</a:t>
            </a:r>
            <a:endParaRPr sz="2800" b="0" dirty="0"/>
          </a:p>
        </p:txBody>
      </p:sp>
      <p:sp>
        <p:nvSpPr>
          <p:cNvPr id="22" name="Rectangle: Rounded Corners 21">
            <a:extLst>
              <a:ext uri="{FF2B5EF4-FFF2-40B4-BE49-F238E27FC236}">
                <a16:creationId xmlns:a16="http://schemas.microsoft.com/office/drawing/2014/main" id="{D92CA2D7-7F21-450F-A46A-458991DC8299}"/>
              </a:ext>
            </a:extLst>
          </p:cNvPr>
          <p:cNvSpPr/>
          <p:nvPr/>
        </p:nvSpPr>
        <p:spPr>
          <a:xfrm>
            <a:off x="4863737" y="185162"/>
            <a:ext cx="4033684" cy="204878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51D98186-15E9-CE26-FD71-D7BEF40B676E}"/>
              </a:ext>
            </a:extLst>
          </p:cNvPr>
          <p:cNvSpPr/>
          <p:nvPr/>
        </p:nvSpPr>
        <p:spPr>
          <a:xfrm>
            <a:off x="204131" y="133872"/>
            <a:ext cx="4310686" cy="477144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p>
        </p:txBody>
      </p:sp>
      <p:sp>
        <p:nvSpPr>
          <p:cNvPr id="24" name="TextBox 23">
            <a:extLst>
              <a:ext uri="{FF2B5EF4-FFF2-40B4-BE49-F238E27FC236}">
                <a16:creationId xmlns:a16="http://schemas.microsoft.com/office/drawing/2014/main" id="{262A4B49-787D-27D9-E2DD-5CC9465F00DD}"/>
              </a:ext>
            </a:extLst>
          </p:cNvPr>
          <p:cNvSpPr txBox="1"/>
          <p:nvPr/>
        </p:nvSpPr>
        <p:spPr>
          <a:xfrm>
            <a:off x="5178845" y="533028"/>
            <a:ext cx="3573353" cy="738664"/>
          </a:xfrm>
          <a:prstGeom prst="rect">
            <a:avLst/>
          </a:prstGeom>
          <a:noFill/>
        </p:spPr>
        <p:txBody>
          <a:bodyPr wrap="square">
            <a:spAutoFit/>
          </a:bodyPr>
          <a:lstStyle/>
          <a:p>
            <a:pPr marL="285750" lvl="0" indent="-285750">
              <a:buFont typeface="Arial" panose="020B0604020202020204" pitchFamily="34" charset="0"/>
              <a:buChar char="•"/>
            </a:pPr>
            <a:r>
              <a:rPr lang="en-IN" dirty="0">
                <a:solidFill>
                  <a:schemeClr val="bg1">
                    <a:lumMod val="25000"/>
                  </a:schemeClr>
                </a:solidFill>
              </a:rPr>
              <a:t>Average TAT Pre-Booking: </a:t>
            </a:r>
            <a:r>
              <a:rPr lang="en-IN" b="1" dirty="0">
                <a:solidFill>
                  <a:schemeClr val="bg1">
                    <a:lumMod val="25000"/>
                  </a:schemeClr>
                </a:solidFill>
              </a:rPr>
              <a:t>3.06</a:t>
            </a:r>
            <a:r>
              <a:rPr lang="en-IN" dirty="0">
                <a:solidFill>
                  <a:schemeClr val="bg1">
                    <a:lumMod val="25000"/>
                  </a:schemeClr>
                </a:solidFill>
              </a:rPr>
              <a:t> days.  </a:t>
            </a:r>
          </a:p>
          <a:p>
            <a:pPr marL="285750" lvl="0" indent="-285750">
              <a:buFont typeface="Arial" panose="020B0604020202020204" pitchFamily="34" charset="0"/>
              <a:buChar char="•"/>
            </a:pPr>
            <a:r>
              <a:rPr lang="en-IN" dirty="0">
                <a:solidFill>
                  <a:schemeClr val="bg1">
                    <a:lumMod val="25000"/>
                  </a:schemeClr>
                </a:solidFill>
              </a:rPr>
              <a:t>Average TAT Booking: </a:t>
            </a:r>
            <a:r>
              <a:rPr lang="en-IN" b="1" dirty="0">
                <a:solidFill>
                  <a:schemeClr val="bg1">
                    <a:lumMod val="25000"/>
                  </a:schemeClr>
                </a:solidFill>
              </a:rPr>
              <a:t>3.07</a:t>
            </a:r>
            <a:r>
              <a:rPr lang="en-IN" dirty="0">
                <a:solidFill>
                  <a:schemeClr val="bg1">
                    <a:lumMod val="25000"/>
                  </a:schemeClr>
                </a:solidFill>
              </a:rPr>
              <a:t> days.  </a:t>
            </a:r>
          </a:p>
          <a:p>
            <a:pPr marL="285750" lvl="0" indent="-285750">
              <a:buFont typeface="Arial" panose="020B0604020202020204" pitchFamily="34" charset="0"/>
              <a:buChar char="•"/>
            </a:pPr>
            <a:r>
              <a:rPr lang="en-IN" dirty="0">
                <a:solidFill>
                  <a:schemeClr val="bg1">
                    <a:lumMod val="25000"/>
                  </a:schemeClr>
                </a:solidFill>
              </a:rPr>
              <a:t>Average TAT Delivery:</a:t>
            </a:r>
            <a:r>
              <a:rPr lang="en-IN" b="1" dirty="0">
                <a:solidFill>
                  <a:schemeClr val="bg1">
                    <a:lumMod val="25000"/>
                  </a:schemeClr>
                </a:solidFill>
              </a:rPr>
              <a:t> 4.46</a:t>
            </a:r>
            <a:r>
              <a:rPr lang="en-IN" dirty="0">
                <a:solidFill>
                  <a:schemeClr val="bg1">
                    <a:lumMod val="25000"/>
                  </a:schemeClr>
                </a:solidFill>
              </a:rPr>
              <a:t> days.  </a:t>
            </a:r>
          </a:p>
        </p:txBody>
      </p:sp>
      <p:sp>
        <p:nvSpPr>
          <p:cNvPr id="25" name="TextBox 24">
            <a:extLst>
              <a:ext uri="{FF2B5EF4-FFF2-40B4-BE49-F238E27FC236}">
                <a16:creationId xmlns:a16="http://schemas.microsoft.com/office/drawing/2014/main" id="{D28D87A3-EA26-E7C0-CF6D-09B39370DAFF}"/>
              </a:ext>
            </a:extLst>
          </p:cNvPr>
          <p:cNvSpPr txBox="1"/>
          <p:nvPr/>
        </p:nvSpPr>
        <p:spPr>
          <a:xfrm>
            <a:off x="5449715" y="127969"/>
            <a:ext cx="4221480" cy="375552"/>
          </a:xfrm>
          <a:prstGeom prst="rect">
            <a:avLst/>
          </a:prstGeom>
          <a:noFill/>
        </p:spPr>
        <p:txBody>
          <a:bodyPr wrap="square">
            <a:spAutoFit/>
          </a:bodyPr>
          <a:lstStyle/>
          <a:p>
            <a:pPr>
              <a:lnSpc>
                <a:spcPct val="150000"/>
              </a:lnSpc>
            </a:pPr>
            <a:r>
              <a:rPr lang="en-IN" b="1" dirty="0"/>
              <a:t>Turnaround Time (TAT) Metrics </a:t>
            </a:r>
            <a:endParaRPr lang="en-IN" dirty="0"/>
          </a:p>
        </p:txBody>
      </p:sp>
      <p:sp>
        <p:nvSpPr>
          <p:cNvPr id="26" name="TextBox 25">
            <a:extLst>
              <a:ext uri="{FF2B5EF4-FFF2-40B4-BE49-F238E27FC236}">
                <a16:creationId xmlns:a16="http://schemas.microsoft.com/office/drawing/2014/main" id="{8B5636F0-CFBD-A0FA-CEEA-86CD9C807609}"/>
              </a:ext>
            </a:extLst>
          </p:cNvPr>
          <p:cNvSpPr txBox="1"/>
          <p:nvPr/>
        </p:nvSpPr>
        <p:spPr>
          <a:xfrm>
            <a:off x="5178845" y="1331674"/>
            <a:ext cx="3668971" cy="954107"/>
          </a:xfrm>
          <a:prstGeom prst="rect">
            <a:avLst/>
          </a:prstGeom>
          <a:noFill/>
        </p:spPr>
        <p:txBody>
          <a:bodyPr wrap="square">
            <a:spAutoFit/>
          </a:bodyPr>
          <a:lstStyle/>
          <a:p>
            <a:r>
              <a:rPr lang="en-IN" dirty="0"/>
              <a:t>The delivery stage has the longest average turnaround time, which could be an area to improve processes.</a:t>
            </a:r>
          </a:p>
          <a:p>
            <a:pPr lvl="0"/>
            <a:endParaRPr lang="en-IN" dirty="0">
              <a:solidFill>
                <a:schemeClr val="bg1">
                  <a:lumMod val="25000"/>
                </a:schemeClr>
              </a:solidFill>
            </a:endParaRPr>
          </a:p>
        </p:txBody>
      </p:sp>
      <p:sp>
        <p:nvSpPr>
          <p:cNvPr id="28" name="TextBox 27">
            <a:extLst>
              <a:ext uri="{FF2B5EF4-FFF2-40B4-BE49-F238E27FC236}">
                <a16:creationId xmlns:a16="http://schemas.microsoft.com/office/drawing/2014/main" id="{983958C1-40C9-A551-E490-BD79147163E9}"/>
              </a:ext>
            </a:extLst>
          </p:cNvPr>
          <p:cNvSpPr txBox="1"/>
          <p:nvPr/>
        </p:nvSpPr>
        <p:spPr>
          <a:xfrm>
            <a:off x="1402860" y="157476"/>
            <a:ext cx="2271330" cy="375552"/>
          </a:xfrm>
          <a:prstGeom prst="rect">
            <a:avLst/>
          </a:prstGeom>
          <a:noFill/>
        </p:spPr>
        <p:txBody>
          <a:bodyPr wrap="square">
            <a:spAutoFit/>
          </a:bodyPr>
          <a:lstStyle/>
          <a:p>
            <a:pPr>
              <a:lnSpc>
                <a:spcPct val="150000"/>
              </a:lnSpc>
            </a:pPr>
            <a:r>
              <a:rPr lang="en-IN" b="1" dirty="0"/>
              <a:t>Store Performance</a:t>
            </a:r>
            <a:r>
              <a:rPr lang="en-IN" dirty="0"/>
              <a:t> </a:t>
            </a:r>
          </a:p>
        </p:txBody>
      </p:sp>
      <p:sp>
        <p:nvSpPr>
          <p:cNvPr id="29" name="TextBox 28">
            <a:extLst>
              <a:ext uri="{FF2B5EF4-FFF2-40B4-BE49-F238E27FC236}">
                <a16:creationId xmlns:a16="http://schemas.microsoft.com/office/drawing/2014/main" id="{E1BC179A-1E75-D040-746F-0F94C4EB43CA}"/>
              </a:ext>
            </a:extLst>
          </p:cNvPr>
          <p:cNvSpPr txBox="1"/>
          <p:nvPr/>
        </p:nvSpPr>
        <p:spPr>
          <a:xfrm>
            <a:off x="448442" y="616598"/>
            <a:ext cx="4066376" cy="1384995"/>
          </a:xfrm>
          <a:prstGeom prst="rect">
            <a:avLst/>
          </a:prstGeom>
          <a:noFill/>
        </p:spPr>
        <p:txBody>
          <a:bodyPr wrap="square">
            <a:spAutoFit/>
          </a:bodyPr>
          <a:lstStyle/>
          <a:p>
            <a:pPr marL="171450" lvl="0" indent="-171450">
              <a:buFont typeface="Arial" panose="020B0604020202020204" pitchFamily="34" charset="0"/>
              <a:buChar char="•"/>
            </a:pPr>
            <a:r>
              <a:rPr lang="en-IN" sz="1200" dirty="0"/>
              <a:t>Mumbai MBC has the lowest cancellation rate at</a:t>
            </a:r>
            <a:r>
              <a:rPr lang="en-IN" sz="1200" b="1" dirty="0"/>
              <a:t> 24.05%</a:t>
            </a:r>
            <a:r>
              <a:rPr lang="en-IN" sz="1200" dirty="0"/>
              <a:t>.  </a:t>
            </a:r>
          </a:p>
          <a:p>
            <a:pPr marL="171450" lvl="0" indent="-171450">
              <a:buFont typeface="Arial" panose="020B0604020202020204" pitchFamily="34" charset="0"/>
              <a:buChar char="•"/>
            </a:pPr>
            <a:r>
              <a:rPr lang="en-IN" sz="1200" dirty="0"/>
              <a:t>Delhi MBC has the highest cancellation rate at </a:t>
            </a:r>
            <a:r>
              <a:rPr lang="en-IN" sz="1200" b="1" dirty="0"/>
              <a:t>29.28%</a:t>
            </a:r>
            <a:r>
              <a:rPr lang="en-IN" sz="1200" dirty="0"/>
              <a:t>.  </a:t>
            </a:r>
          </a:p>
          <a:p>
            <a:pPr marL="171450" lvl="0" indent="-171450">
              <a:buFont typeface="Arial" panose="020B0604020202020204" pitchFamily="34" charset="0"/>
              <a:buChar char="•"/>
            </a:pPr>
            <a:r>
              <a:rPr lang="en-IN" sz="1200" dirty="0"/>
              <a:t>Bangalore MBC and Chennai MBC have similar cancellation rates of </a:t>
            </a:r>
            <a:r>
              <a:rPr lang="en-IN" sz="1200" b="1" dirty="0"/>
              <a:t>27.38%</a:t>
            </a:r>
            <a:r>
              <a:rPr lang="en-IN" sz="1200" dirty="0"/>
              <a:t> and </a:t>
            </a:r>
            <a:r>
              <a:rPr lang="en-IN" sz="1200" b="1" dirty="0"/>
              <a:t>27.83%</a:t>
            </a:r>
            <a:r>
              <a:rPr lang="en-IN" sz="1200" dirty="0"/>
              <a:t>, respectively.  </a:t>
            </a:r>
          </a:p>
          <a:p>
            <a:pPr marL="285750" lvl="0" indent="-285750">
              <a:buFont typeface="Arial" panose="020B0604020202020204" pitchFamily="34" charset="0"/>
              <a:buChar char="•"/>
            </a:pPr>
            <a:endParaRPr lang="en-IN" sz="1200" dirty="0">
              <a:solidFill>
                <a:schemeClr val="bg1">
                  <a:lumMod val="25000"/>
                </a:schemeClr>
              </a:solidFill>
            </a:endParaRPr>
          </a:p>
        </p:txBody>
      </p:sp>
      <p:sp>
        <p:nvSpPr>
          <p:cNvPr id="31" name="TextBox 30">
            <a:extLst>
              <a:ext uri="{FF2B5EF4-FFF2-40B4-BE49-F238E27FC236}">
                <a16:creationId xmlns:a16="http://schemas.microsoft.com/office/drawing/2014/main" id="{543BD0FF-B61A-B5E0-B5E7-93149AA5D9B4}"/>
              </a:ext>
            </a:extLst>
          </p:cNvPr>
          <p:cNvSpPr txBox="1"/>
          <p:nvPr/>
        </p:nvSpPr>
        <p:spPr>
          <a:xfrm>
            <a:off x="423834" y="1808728"/>
            <a:ext cx="4115592" cy="499047"/>
          </a:xfrm>
          <a:prstGeom prst="rect">
            <a:avLst/>
          </a:prstGeom>
          <a:noFill/>
        </p:spPr>
        <p:txBody>
          <a:bodyPr wrap="square">
            <a:spAutoFit/>
          </a:bodyPr>
          <a:lstStyle/>
          <a:p>
            <a:pPr>
              <a:lnSpc>
                <a:spcPct val="115000"/>
              </a:lnSpc>
              <a:buNone/>
            </a:pPr>
            <a:r>
              <a:rPr lang="en-IN" sz="1200" dirty="0">
                <a:effectLst/>
                <a:latin typeface="Arial" panose="020B0604020202020204" pitchFamily="34" charset="0"/>
                <a:ea typeface="Arial" panose="020B0604020202020204" pitchFamily="34" charset="0"/>
              </a:rPr>
              <a:t>These differences imply that some stores are better at converting leads or managing potential cancellations</a:t>
            </a:r>
            <a:endParaRPr lang="en-IN" sz="1100" dirty="0">
              <a:effectLst/>
              <a:latin typeface="Arial" panose="020B0604020202020204" pitchFamily="34" charset="0"/>
              <a:ea typeface="Arial" panose="020B0604020202020204" pitchFamily="34" charset="0"/>
            </a:endParaRPr>
          </a:p>
        </p:txBody>
      </p:sp>
      <p:sp>
        <p:nvSpPr>
          <p:cNvPr id="32" name="TextBox 31">
            <a:extLst>
              <a:ext uri="{FF2B5EF4-FFF2-40B4-BE49-F238E27FC236}">
                <a16:creationId xmlns:a16="http://schemas.microsoft.com/office/drawing/2014/main" id="{13CF5B4A-9AEF-7BFE-13DF-CFE2F84D229A}"/>
              </a:ext>
            </a:extLst>
          </p:cNvPr>
          <p:cNvSpPr txBox="1"/>
          <p:nvPr/>
        </p:nvSpPr>
        <p:spPr>
          <a:xfrm>
            <a:off x="1096546" y="2519594"/>
            <a:ext cx="2731212" cy="375552"/>
          </a:xfrm>
          <a:prstGeom prst="rect">
            <a:avLst/>
          </a:prstGeom>
          <a:noFill/>
        </p:spPr>
        <p:txBody>
          <a:bodyPr wrap="square">
            <a:spAutoFit/>
          </a:bodyPr>
          <a:lstStyle/>
          <a:p>
            <a:pPr>
              <a:lnSpc>
                <a:spcPct val="150000"/>
              </a:lnSpc>
            </a:pPr>
            <a:r>
              <a:rPr lang="en-IN" b="1" dirty="0"/>
              <a:t> Lead Performance</a:t>
            </a:r>
            <a:r>
              <a:rPr lang="en-IN" dirty="0"/>
              <a:t> </a:t>
            </a:r>
            <a:r>
              <a:rPr lang="en-IN" b="1" dirty="0"/>
              <a:t>by type</a:t>
            </a:r>
          </a:p>
        </p:txBody>
      </p:sp>
      <p:cxnSp>
        <p:nvCxnSpPr>
          <p:cNvPr id="34" name="Straight Connector 33">
            <a:extLst>
              <a:ext uri="{FF2B5EF4-FFF2-40B4-BE49-F238E27FC236}">
                <a16:creationId xmlns:a16="http://schemas.microsoft.com/office/drawing/2014/main" id="{A4024E35-ABFF-26BA-FA30-CFB658F3BBC0}"/>
              </a:ext>
            </a:extLst>
          </p:cNvPr>
          <p:cNvCxnSpPr/>
          <p:nvPr/>
        </p:nvCxnSpPr>
        <p:spPr>
          <a:xfrm>
            <a:off x="688811" y="2477612"/>
            <a:ext cx="3397250" cy="0"/>
          </a:xfrm>
          <a:prstGeom prst="line">
            <a:avLst/>
          </a:prstGeom>
          <a:ln w="19050"/>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1F88BA42-4051-8D4C-9AF1-FF56C287331A}"/>
              </a:ext>
            </a:extLst>
          </p:cNvPr>
          <p:cNvSpPr txBox="1"/>
          <p:nvPr/>
        </p:nvSpPr>
        <p:spPr>
          <a:xfrm>
            <a:off x="427188" y="2937128"/>
            <a:ext cx="3923832" cy="1633139"/>
          </a:xfrm>
          <a:prstGeom prst="rect">
            <a:avLst/>
          </a:prstGeom>
          <a:noFill/>
        </p:spPr>
        <p:txBody>
          <a:bodyPr wrap="square">
            <a:spAutoFit/>
          </a:bodyPr>
          <a:lstStyle/>
          <a:p>
            <a:pPr marL="342900" lvl="0" indent="-342900">
              <a:lnSpc>
                <a:spcPct val="115000"/>
              </a:lnSpc>
              <a:buFont typeface="Arial" panose="020B0604020202020204" pitchFamily="34" charset="0"/>
              <a:buChar char="●"/>
            </a:pPr>
            <a:r>
              <a:rPr lang="en-IN" sz="1100" b="1" u="none" strike="noStrike" dirty="0">
                <a:effectLst/>
                <a:latin typeface="Arial" panose="020B0604020202020204" pitchFamily="34" charset="0"/>
                <a:ea typeface="Arial" panose="020B0604020202020204" pitchFamily="34" charset="0"/>
              </a:rPr>
              <a:t>Cold Leads</a:t>
            </a:r>
            <a:r>
              <a:rPr lang="en-IN" sz="1100" u="none" strike="noStrike" dirty="0">
                <a:effectLst/>
                <a:latin typeface="Arial" panose="020B0604020202020204" pitchFamily="34" charset="0"/>
                <a:ea typeface="Arial" panose="020B0604020202020204" pitchFamily="34" charset="0"/>
              </a:rPr>
              <a:t>: All cold leads (100%) are cancelled. This indicates that cold leads do not convert into sales and may need a different approach or better qualification.  </a:t>
            </a:r>
            <a:endParaRPr lang="en-IN" sz="1050" u="none" strike="noStrike"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100" b="1" u="none" strike="noStrike" dirty="0">
                <a:effectLst/>
                <a:latin typeface="Arial" panose="020B0604020202020204" pitchFamily="34" charset="0"/>
                <a:ea typeface="Arial" panose="020B0604020202020204" pitchFamily="34" charset="0"/>
              </a:rPr>
              <a:t>Hot Leads</a:t>
            </a:r>
            <a:r>
              <a:rPr lang="en-IN" sz="1100" u="none" strike="noStrike" dirty="0">
                <a:effectLst/>
                <a:latin typeface="Arial" panose="020B0604020202020204" pitchFamily="34" charset="0"/>
                <a:ea typeface="Arial" panose="020B0604020202020204" pitchFamily="34" charset="0"/>
              </a:rPr>
              <a:t>: Hot leads have a very low cancellation rate of 8.58%, showing high conversion efficiency.  </a:t>
            </a:r>
            <a:endParaRPr lang="en-IN" sz="1050" u="none" strike="noStrike" dirty="0">
              <a:effectLst/>
              <a:latin typeface="Arial" panose="020B0604020202020204" pitchFamily="34" charset="0"/>
              <a:ea typeface="Arial" panose="020B0604020202020204" pitchFamily="34" charset="0"/>
            </a:endParaRPr>
          </a:p>
          <a:p>
            <a:pPr marL="342900" lvl="0" indent="-342900">
              <a:lnSpc>
                <a:spcPct val="115000"/>
              </a:lnSpc>
              <a:buFont typeface="Arial" panose="020B0604020202020204" pitchFamily="34" charset="0"/>
              <a:buChar char="●"/>
            </a:pPr>
            <a:r>
              <a:rPr lang="en-IN" sz="1100" b="1" u="none" strike="noStrike" dirty="0">
                <a:effectLst/>
                <a:latin typeface="Arial" panose="020B0604020202020204" pitchFamily="34" charset="0"/>
                <a:ea typeface="Arial" panose="020B0604020202020204" pitchFamily="34" charset="0"/>
              </a:rPr>
              <a:t>Warm Leads</a:t>
            </a:r>
            <a:r>
              <a:rPr lang="en-IN" sz="1100" u="none" strike="noStrike" dirty="0">
                <a:effectLst/>
                <a:latin typeface="Arial" panose="020B0604020202020204" pitchFamily="34" charset="0"/>
                <a:ea typeface="Arial" panose="020B0604020202020204" pitchFamily="34" charset="0"/>
              </a:rPr>
              <a:t>: Warm leads have a cancellation rate of 11.20%, which is better than cold leads but still higher than hot leads. </a:t>
            </a:r>
            <a:endParaRPr lang="en-IN" sz="1050" u="none" strike="noStrike" dirty="0">
              <a:effectLst/>
              <a:latin typeface="Arial" panose="020B0604020202020204" pitchFamily="34" charset="0"/>
              <a:ea typeface="Arial" panose="020B0604020202020204" pitchFamily="34" charset="0"/>
            </a:endParaRPr>
          </a:p>
        </p:txBody>
      </p:sp>
    </p:spTree>
  </p:cSld>
  <p:clrMapOvr>
    <a:masterClrMapping/>
  </p:clrMapOvr>
</p:sld>
</file>

<file path=ppt/theme/theme1.xml><?xml version="1.0" encoding="utf-8"?>
<a:theme xmlns:a="http://schemas.openxmlformats.org/drawingml/2006/main" name="Business Management and Analytics Thesis Defense by Slidesgo">
  <a:themeElements>
    <a:clrScheme name="Simple Light">
      <a:dk1>
        <a:srgbClr val="353552"/>
      </a:dk1>
      <a:lt1>
        <a:srgbClr val="F5F5F5"/>
      </a:lt1>
      <a:dk2>
        <a:srgbClr val="6875A7"/>
      </a:dk2>
      <a:lt2>
        <a:srgbClr val="6ABEC5"/>
      </a:lt2>
      <a:accent1>
        <a:srgbClr val="AFE0D9"/>
      </a:accent1>
      <a:accent2>
        <a:srgbClr val="FFFFFF"/>
      </a:accent2>
      <a:accent3>
        <a:srgbClr val="FFFFFF"/>
      </a:accent3>
      <a:accent4>
        <a:srgbClr val="FFFFFF"/>
      </a:accent4>
      <a:accent5>
        <a:srgbClr val="FFFFFF"/>
      </a:accent5>
      <a:accent6>
        <a:srgbClr val="FFFFFF"/>
      </a:accent6>
      <a:hlink>
        <a:srgbClr val="3E3E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346</Words>
  <Application>Microsoft Office PowerPoint</Application>
  <PresentationFormat>On-screen Show (16:9)</PresentationFormat>
  <Paragraphs>25</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Catamaran</vt:lpstr>
      <vt:lpstr>Wingdings</vt:lpstr>
      <vt:lpstr>Archivo</vt:lpstr>
      <vt:lpstr>Arial</vt:lpstr>
      <vt:lpstr>Lato</vt:lpstr>
      <vt:lpstr>Business Management and Analytics Thesis Defense by Slidesgo</vt:lpstr>
      <vt:lpstr>Lead-to-Delivery Funnel Analysis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Sohail Ansari</dc:creator>
  <cp:lastModifiedBy>Sohail Ansari</cp:lastModifiedBy>
  <cp:revision>2</cp:revision>
  <dcterms:modified xsi:type="dcterms:W3CDTF">2025-10-29T19:55:08Z</dcterms:modified>
</cp:coreProperties>
</file>